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902" r:id="rId1"/>
  </p:sldMasterIdLst>
  <p:notesMasterIdLst>
    <p:notesMasterId r:id="rId13"/>
  </p:notesMasterIdLst>
  <p:handoutMasterIdLst>
    <p:handoutMasterId r:id="rId14"/>
  </p:handoutMasterIdLst>
  <p:sldIdLst>
    <p:sldId id="270" r:id="rId2"/>
    <p:sldId id="268" r:id="rId3"/>
    <p:sldId id="261" r:id="rId4"/>
    <p:sldId id="262" r:id="rId5"/>
    <p:sldId id="280" r:id="rId6"/>
    <p:sldId id="290" r:id="rId7"/>
    <p:sldId id="287" r:id="rId8"/>
    <p:sldId id="289" r:id="rId9"/>
    <p:sldId id="264" r:id="rId10"/>
    <p:sldId id="276" r:id="rId11"/>
    <p:sldId id="266" r:id="rId1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9A371E66-5FCC-4475-9682-26AF2945D2D6}">
          <p14:sldIdLst>
            <p14:sldId id="270"/>
            <p14:sldId id="268"/>
            <p14:sldId id="261"/>
            <p14:sldId id="262"/>
            <p14:sldId id="280"/>
            <p14:sldId id="290"/>
            <p14:sldId id="287"/>
            <p14:sldId id="289"/>
            <p14:sldId id="264"/>
            <p14:sldId id="276"/>
            <p14:sldId id="266"/>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pos="29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5E4"/>
    <a:srgbClr val="FFFFFF"/>
    <a:srgbClr val="CCD2D8"/>
    <a:srgbClr val="E7EAED"/>
    <a:srgbClr val="FF5A5A"/>
    <a:srgbClr val="EDEEF1"/>
    <a:srgbClr val="FFFF00"/>
    <a:srgbClr val="FF99CC"/>
    <a:srgbClr val="E7C08F"/>
    <a:srgbClr val="DB9B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C4CB8E-80AE-41A6-A291-D3E001BA010F}" v="11908" dt="2026-03-12T13:06:23.58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5" autoAdjust="0"/>
    <p:restoredTop sz="82919" autoAdjust="0"/>
  </p:normalViewPr>
  <p:slideViewPr>
    <p:cSldViewPr snapToGrid="0">
      <p:cViewPr>
        <p:scale>
          <a:sx n="75" d="100"/>
          <a:sy n="75" d="100"/>
        </p:scale>
        <p:origin x="1114" y="139"/>
      </p:cViewPr>
      <p:guideLst>
        <p:guide orient="horz" pos="2160"/>
        <p:guide pos="2880"/>
        <p:guide pos="29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渡辺　晃佑" userId="389c99e7-d706-4adf-bfd7-c02344591d2e" providerId="ADAL" clId="{47E84F62-C9D2-4319-AA68-B506BD6C82C0}"/>
    <pc:docChg chg="undo custSel addSld delSld modSld sldOrd modMainMaster modSection">
      <pc:chgData name="渡辺　晃佑" userId="389c99e7-d706-4adf-bfd7-c02344591d2e" providerId="ADAL" clId="{47E84F62-C9D2-4319-AA68-B506BD6C82C0}" dt="2026-02-25T17:33:42.245" v="10354" actId="20577"/>
      <pc:docMkLst>
        <pc:docMk/>
      </pc:docMkLst>
      <pc:sldChg chg="modSp mod modAnim modNotesTx">
        <pc:chgData name="渡辺　晃佑" userId="389c99e7-d706-4adf-bfd7-c02344591d2e" providerId="ADAL" clId="{47E84F62-C9D2-4319-AA68-B506BD6C82C0}" dt="2026-02-25T16:27:18.284" v="4352" actId="20577"/>
        <pc:sldMkLst>
          <pc:docMk/>
          <pc:sldMk cId="4220145611" sldId="261"/>
        </pc:sldMkLst>
        <pc:spChg chg="mod">
          <ac:chgData name="渡辺　晃佑" userId="389c99e7-d706-4adf-bfd7-c02344591d2e" providerId="ADAL" clId="{47E84F62-C9D2-4319-AA68-B506BD6C82C0}" dt="2026-02-25T15:51:36.480" v="2676" actId="20577"/>
          <ac:spMkLst>
            <pc:docMk/>
            <pc:sldMk cId="4220145611" sldId="261"/>
            <ac:spMk id="3" creationId="{F11F3625-63F3-2AB6-C68E-DD5143302585}"/>
          </ac:spMkLst>
        </pc:spChg>
        <pc:spChg chg="mod">
          <ac:chgData name="渡辺　晃佑" userId="389c99e7-d706-4adf-bfd7-c02344591d2e" providerId="ADAL" clId="{47E84F62-C9D2-4319-AA68-B506BD6C82C0}" dt="2026-02-17T17:35:26.041" v="1209" actId="20577"/>
          <ac:spMkLst>
            <pc:docMk/>
            <pc:sldMk cId="4220145611" sldId="261"/>
            <ac:spMk id="19" creationId="{FF381769-EBC9-6EB5-6A6A-88F1A2B7E4E1}"/>
          </ac:spMkLst>
        </pc:spChg>
        <pc:spChg chg="mod">
          <ac:chgData name="渡辺　晃佑" userId="389c99e7-d706-4adf-bfd7-c02344591d2e" providerId="ADAL" clId="{47E84F62-C9D2-4319-AA68-B506BD6C82C0}" dt="2026-02-25T14:52:44.354" v="1568" actId="20577"/>
          <ac:spMkLst>
            <pc:docMk/>
            <pc:sldMk cId="4220145611" sldId="261"/>
            <ac:spMk id="48" creationId="{1009AE20-A3C2-27FA-61A5-4802192EF0AD}"/>
          </ac:spMkLst>
        </pc:spChg>
      </pc:sldChg>
      <pc:sldChg chg="modAnim modNotesTx">
        <pc:chgData name="渡辺　晃佑" userId="389c99e7-d706-4adf-bfd7-c02344591d2e" providerId="ADAL" clId="{47E84F62-C9D2-4319-AA68-B506BD6C82C0}" dt="2026-02-25T16:33:45.293" v="5088" actId="20577"/>
        <pc:sldMkLst>
          <pc:docMk/>
          <pc:sldMk cId="1786614121" sldId="262"/>
        </pc:sldMkLst>
      </pc:sldChg>
      <pc:sldChg chg="modSp mod modNotesTx">
        <pc:chgData name="渡辺　晃佑" userId="389c99e7-d706-4adf-bfd7-c02344591d2e" providerId="ADAL" clId="{47E84F62-C9D2-4319-AA68-B506BD6C82C0}" dt="2026-02-25T17:23:44.822" v="10287" actId="20577"/>
        <pc:sldMkLst>
          <pc:docMk/>
          <pc:sldMk cId="3067819712" sldId="264"/>
        </pc:sldMkLst>
        <pc:spChg chg="mod">
          <ac:chgData name="渡辺　晃佑" userId="389c99e7-d706-4adf-bfd7-c02344591d2e" providerId="ADAL" clId="{47E84F62-C9D2-4319-AA68-B506BD6C82C0}" dt="2026-02-17T17:31:36.394" v="1202" actId="20577"/>
          <ac:spMkLst>
            <pc:docMk/>
            <pc:sldMk cId="3067819712" sldId="264"/>
            <ac:spMk id="30" creationId="{693F7CBB-3BB9-6355-1FC9-10FC7297BC3B}"/>
          </ac:spMkLst>
        </pc:spChg>
        <pc:spChg chg="mod">
          <ac:chgData name="渡辺　晃佑" userId="389c99e7-d706-4adf-bfd7-c02344591d2e" providerId="ADAL" clId="{47E84F62-C9D2-4319-AA68-B506BD6C82C0}" dt="2026-02-25T17:10:15.896" v="10005" actId="20577"/>
          <ac:spMkLst>
            <pc:docMk/>
            <pc:sldMk cId="3067819712" sldId="264"/>
            <ac:spMk id="32" creationId="{4BCB1538-7F3A-161B-8848-DB952EB19BCF}"/>
          </ac:spMkLst>
        </pc:spChg>
      </pc:sldChg>
      <pc:sldChg chg="modSp modNotesTx">
        <pc:chgData name="渡辺　晃佑" userId="389c99e7-d706-4adf-bfd7-c02344591d2e" providerId="ADAL" clId="{47E84F62-C9D2-4319-AA68-B506BD6C82C0}" dt="2026-02-25T17:23:49.302" v="10294" actId="20577"/>
        <pc:sldMkLst>
          <pc:docMk/>
          <pc:sldMk cId="245035987" sldId="268"/>
        </pc:sldMkLst>
        <pc:grpChg chg="mod">
          <ac:chgData name="渡辺　晃佑" userId="389c99e7-d706-4adf-bfd7-c02344591d2e" providerId="ADAL" clId="{47E84F62-C9D2-4319-AA68-B506BD6C82C0}" dt="2026-02-25T15:28:55.141" v="2256" actId="14100"/>
          <ac:grpSpMkLst>
            <pc:docMk/>
            <pc:sldMk cId="245035987" sldId="268"/>
            <ac:grpSpMk id="3" creationId="{9AC447C1-D9C7-3C80-56F9-84788F380FF3}"/>
          </ac:grpSpMkLst>
        </pc:grpChg>
        <pc:picChg chg="mod">
          <ac:chgData name="渡辺　晃佑" userId="389c99e7-d706-4adf-bfd7-c02344591d2e" providerId="ADAL" clId="{47E84F62-C9D2-4319-AA68-B506BD6C82C0}" dt="2026-02-25T15:28:55.141" v="2256" actId="14100"/>
          <ac:picMkLst>
            <pc:docMk/>
            <pc:sldMk cId="245035987" sldId="268"/>
            <ac:picMk id="6" creationId="{C08618AB-A205-FA46-E79A-89F16A10FB71}"/>
          </ac:picMkLst>
        </pc:picChg>
        <pc:cxnChg chg="mod">
          <ac:chgData name="渡辺　晃佑" userId="389c99e7-d706-4adf-bfd7-c02344591d2e" providerId="ADAL" clId="{47E84F62-C9D2-4319-AA68-B506BD6C82C0}" dt="2026-02-25T15:28:55.141" v="2256" actId="14100"/>
          <ac:cxnSpMkLst>
            <pc:docMk/>
            <pc:sldMk cId="245035987" sldId="268"/>
            <ac:cxnSpMk id="5" creationId="{ABB8D9C0-02A1-AC10-467B-284F4D617297}"/>
          </ac:cxnSpMkLst>
        </pc:cxnChg>
      </pc:sldChg>
      <pc:sldChg chg="modSp mod">
        <pc:chgData name="渡辺　晃佑" userId="389c99e7-d706-4adf-bfd7-c02344591d2e" providerId="ADAL" clId="{47E84F62-C9D2-4319-AA68-B506BD6C82C0}" dt="2026-02-25T14:22:11.782" v="1329" actId="20577"/>
        <pc:sldMkLst>
          <pc:docMk/>
          <pc:sldMk cId="4288613859" sldId="270"/>
        </pc:sldMkLst>
        <pc:spChg chg="mod">
          <ac:chgData name="渡辺　晃佑" userId="389c99e7-d706-4adf-bfd7-c02344591d2e" providerId="ADAL" clId="{47E84F62-C9D2-4319-AA68-B506BD6C82C0}" dt="2026-02-17T16:00:46.823" v="2" actId="2711"/>
          <ac:spMkLst>
            <pc:docMk/>
            <pc:sldMk cId="4288613859" sldId="270"/>
            <ac:spMk id="2" creationId="{70528ECE-97CE-26F7-9D4B-49CAC1493A3D}"/>
          </ac:spMkLst>
        </pc:spChg>
        <pc:spChg chg="mod">
          <ac:chgData name="渡辺　晃佑" userId="389c99e7-d706-4adf-bfd7-c02344591d2e" providerId="ADAL" clId="{47E84F62-C9D2-4319-AA68-B506BD6C82C0}" dt="2026-02-25T14:22:11.782" v="1329" actId="20577"/>
          <ac:spMkLst>
            <pc:docMk/>
            <pc:sldMk cId="4288613859" sldId="270"/>
            <ac:spMk id="3" creationId="{93B138D2-43DD-63FD-D556-DA8E54E17490}"/>
          </ac:spMkLst>
        </pc:spChg>
      </pc:sldChg>
      <pc:sldChg chg="addSp modSp mod">
        <pc:chgData name="渡辺　晃佑" userId="389c99e7-d706-4adf-bfd7-c02344591d2e" providerId="ADAL" clId="{47E84F62-C9D2-4319-AA68-B506BD6C82C0}" dt="2026-02-17T17:31:18.335" v="1201" actId="20577"/>
        <pc:sldMkLst>
          <pc:docMk/>
          <pc:sldMk cId="2337929702" sldId="276"/>
        </pc:sldMkLst>
        <pc:spChg chg="mod">
          <ac:chgData name="渡辺　晃佑" userId="389c99e7-d706-4adf-bfd7-c02344591d2e" providerId="ADAL" clId="{47E84F62-C9D2-4319-AA68-B506BD6C82C0}" dt="2026-02-17T17:31:18.335" v="1201" actId="20577"/>
          <ac:spMkLst>
            <pc:docMk/>
            <pc:sldMk cId="2337929702" sldId="276"/>
            <ac:spMk id="5" creationId="{B0D0B385-3726-6B8A-29C0-B3409912E0CB}"/>
          </ac:spMkLst>
        </pc:spChg>
        <pc:spChg chg="mod">
          <ac:chgData name="渡辺　晃佑" userId="389c99e7-d706-4adf-bfd7-c02344591d2e" providerId="ADAL" clId="{47E84F62-C9D2-4319-AA68-B506BD6C82C0}" dt="2026-02-17T17:26:11.158" v="854"/>
          <ac:spMkLst>
            <pc:docMk/>
            <pc:sldMk cId="2337929702" sldId="276"/>
            <ac:spMk id="8" creationId="{EC30287A-3DBA-D2DB-5879-2E888F8B64D3}"/>
          </ac:spMkLst>
        </pc:spChg>
        <pc:grpChg chg="add mod">
          <ac:chgData name="渡辺　晃佑" userId="389c99e7-d706-4adf-bfd7-c02344591d2e" providerId="ADAL" clId="{47E84F62-C9D2-4319-AA68-B506BD6C82C0}" dt="2026-02-17T17:26:20.888" v="855" actId="1076"/>
          <ac:grpSpMkLst>
            <pc:docMk/>
            <pc:sldMk cId="2337929702" sldId="276"/>
            <ac:grpSpMk id="3" creationId="{DAE398CC-E1DD-F5BA-A9CA-4373B65FF2D8}"/>
          </ac:grpSpMkLst>
        </pc:grpChg>
        <pc:graphicFrameChg chg="mod">
          <ac:chgData name="渡辺　晃佑" userId="389c99e7-d706-4adf-bfd7-c02344591d2e" providerId="ADAL" clId="{47E84F62-C9D2-4319-AA68-B506BD6C82C0}" dt="2026-02-17T17:30:27.692" v="1092" actId="20577"/>
          <ac:graphicFrameMkLst>
            <pc:docMk/>
            <pc:sldMk cId="2337929702" sldId="276"/>
            <ac:graphicFrameMk id="6" creationId="{11605861-4BAC-CD42-58C4-394D4D0483EC}"/>
          </ac:graphicFrameMkLst>
        </pc:graphicFrameChg>
      </pc:sldChg>
      <pc:sldChg chg="addSp delSp modSp mod delAnim modAnim modNotesTx">
        <pc:chgData name="渡辺　晃佑" userId="389c99e7-d706-4adf-bfd7-c02344591d2e" providerId="ADAL" clId="{47E84F62-C9D2-4319-AA68-B506BD6C82C0}" dt="2026-02-25T16:37:54.290" v="5874" actId="20577"/>
        <pc:sldMkLst>
          <pc:docMk/>
          <pc:sldMk cId="4006053076" sldId="280"/>
        </pc:sldMkLst>
        <pc:spChg chg="add mod">
          <ac:chgData name="渡辺　晃佑" userId="389c99e7-d706-4adf-bfd7-c02344591d2e" providerId="ADAL" clId="{47E84F62-C9D2-4319-AA68-B506BD6C82C0}" dt="2026-02-25T15:10:40.127" v="1903" actId="1037"/>
          <ac:spMkLst>
            <pc:docMk/>
            <pc:sldMk cId="4006053076" sldId="280"/>
            <ac:spMk id="9" creationId="{B0181AE1-72AF-5A30-0E96-6ED11DD71927}"/>
          </ac:spMkLst>
        </pc:spChg>
        <pc:spChg chg="add mod">
          <ac:chgData name="渡辺　晃佑" userId="389c99e7-d706-4adf-bfd7-c02344591d2e" providerId="ADAL" clId="{47E84F62-C9D2-4319-AA68-B506BD6C82C0}" dt="2026-02-25T15:10:40.127" v="1903" actId="1037"/>
          <ac:spMkLst>
            <pc:docMk/>
            <pc:sldMk cId="4006053076" sldId="280"/>
            <ac:spMk id="10" creationId="{BC774A3E-B83D-99F9-2FD5-F9E7ED7E9242}"/>
          </ac:spMkLst>
        </pc:spChg>
        <pc:spChg chg="add mod">
          <ac:chgData name="渡辺　晃佑" userId="389c99e7-d706-4adf-bfd7-c02344591d2e" providerId="ADAL" clId="{47E84F62-C9D2-4319-AA68-B506BD6C82C0}" dt="2026-02-25T15:56:07.764" v="2708" actId="207"/>
          <ac:spMkLst>
            <pc:docMk/>
            <pc:sldMk cId="4006053076" sldId="280"/>
            <ac:spMk id="15" creationId="{AC6DD7D9-975E-74E8-5D8C-0F33D52D671C}"/>
          </ac:spMkLst>
        </pc:spChg>
        <pc:spChg chg="add mod">
          <ac:chgData name="渡辺　晃佑" userId="389c99e7-d706-4adf-bfd7-c02344591d2e" providerId="ADAL" clId="{47E84F62-C9D2-4319-AA68-B506BD6C82C0}" dt="2026-02-25T15:56:15.071" v="2709" actId="207"/>
          <ac:spMkLst>
            <pc:docMk/>
            <pc:sldMk cId="4006053076" sldId="280"/>
            <ac:spMk id="17" creationId="{0295EADD-BFF8-E9A6-70D9-9241C4923B04}"/>
          </ac:spMkLst>
        </pc:spChg>
        <pc:spChg chg="add mod">
          <ac:chgData name="渡辺　晃佑" userId="389c99e7-d706-4adf-bfd7-c02344591d2e" providerId="ADAL" clId="{47E84F62-C9D2-4319-AA68-B506BD6C82C0}" dt="2026-02-25T15:11:19.300" v="1910" actId="207"/>
          <ac:spMkLst>
            <pc:docMk/>
            <pc:sldMk cId="4006053076" sldId="280"/>
            <ac:spMk id="18" creationId="{3854267F-D9E4-94EE-0B29-34BE65F7E821}"/>
          </ac:spMkLst>
        </pc:spChg>
        <pc:spChg chg="add mod">
          <ac:chgData name="渡辺　晃佑" userId="389c99e7-d706-4adf-bfd7-c02344591d2e" providerId="ADAL" clId="{47E84F62-C9D2-4319-AA68-B506BD6C82C0}" dt="2026-02-25T15:58:03.721" v="2804" actId="20577"/>
          <ac:spMkLst>
            <pc:docMk/>
            <pc:sldMk cId="4006053076" sldId="280"/>
            <ac:spMk id="20" creationId="{DDA466E4-43C1-70CF-F400-330885A09498}"/>
          </ac:spMkLst>
        </pc:spChg>
        <pc:spChg chg="mod">
          <ac:chgData name="渡辺　晃佑" userId="389c99e7-d706-4adf-bfd7-c02344591d2e" providerId="ADAL" clId="{47E84F62-C9D2-4319-AA68-B506BD6C82C0}" dt="2026-02-25T14:33:03.908" v="1390" actId="20577"/>
          <ac:spMkLst>
            <pc:docMk/>
            <pc:sldMk cId="4006053076" sldId="280"/>
            <ac:spMk id="25" creationId="{E6F5B0A0-F7D2-AE6E-FD62-4B9FAC6C52BE}"/>
          </ac:spMkLst>
        </pc:spChg>
        <pc:spChg chg="mod">
          <ac:chgData name="渡辺　晃佑" userId="389c99e7-d706-4adf-bfd7-c02344591d2e" providerId="ADAL" clId="{47E84F62-C9D2-4319-AA68-B506BD6C82C0}" dt="2026-02-25T15:10:40.127" v="1903" actId="1037"/>
          <ac:spMkLst>
            <pc:docMk/>
            <pc:sldMk cId="4006053076" sldId="280"/>
            <ac:spMk id="31" creationId="{F55A3252-4B8C-A13B-FBCD-0D5CE2C0ABA0}"/>
          </ac:spMkLst>
        </pc:spChg>
        <pc:spChg chg="mod">
          <ac:chgData name="渡辺　晃佑" userId="389c99e7-d706-4adf-bfd7-c02344591d2e" providerId="ADAL" clId="{47E84F62-C9D2-4319-AA68-B506BD6C82C0}" dt="2026-02-25T14:41:21.227" v="1405" actId="1076"/>
          <ac:spMkLst>
            <pc:docMk/>
            <pc:sldMk cId="4006053076" sldId="280"/>
            <ac:spMk id="37" creationId="{12303B43-A66C-9D18-3609-E97085B1479C}"/>
          </ac:spMkLst>
        </pc:spChg>
        <pc:spChg chg="mod">
          <ac:chgData name="渡辺　晃佑" userId="389c99e7-d706-4adf-bfd7-c02344591d2e" providerId="ADAL" clId="{47E84F62-C9D2-4319-AA68-B506BD6C82C0}" dt="2026-02-25T14:41:10.818" v="1403" actId="404"/>
          <ac:spMkLst>
            <pc:docMk/>
            <pc:sldMk cId="4006053076" sldId="280"/>
            <ac:spMk id="39" creationId="{A96752D1-34D1-25F1-A5AA-310C41E227EF}"/>
          </ac:spMkLst>
        </pc:spChg>
        <pc:spChg chg="mod">
          <ac:chgData name="渡辺　晃佑" userId="389c99e7-d706-4adf-bfd7-c02344591d2e" providerId="ADAL" clId="{47E84F62-C9D2-4319-AA68-B506BD6C82C0}" dt="2026-02-25T15:13:23.825" v="1943" actId="20577"/>
          <ac:spMkLst>
            <pc:docMk/>
            <pc:sldMk cId="4006053076" sldId="280"/>
            <ac:spMk id="41" creationId="{65EE94CE-2E04-76B9-1C04-CF5A192CCFD9}"/>
          </ac:spMkLst>
        </pc:spChg>
        <pc:grpChg chg="mod">
          <ac:chgData name="渡辺　晃佑" userId="389c99e7-d706-4adf-bfd7-c02344591d2e" providerId="ADAL" clId="{47E84F62-C9D2-4319-AA68-B506BD6C82C0}" dt="2026-02-25T14:33:07.219" v="1391" actId="14100"/>
          <ac:grpSpMkLst>
            <pc:docMk/>
            <pc:sldMk cId="4006053076" sldId="280"/>
            <ac:grpSpMk id="23" creationId="{512F1899-8BE7-0E90-6557-8D6BB11F4E80}"/>
          </ac:grpSpMkLst>
        </pc:grpChg>
        <pc:grpChg chg="mod">
          <ac:chgData name="渡辺　晃佑" userId="389c99e7-d706-4adf-bfd7-c02344591d2e" providerId="ADAL" clId="{47E84F62-C9D2-4319-AA68-B506BD6C82C0}" dt="2026-02-25T15:10:40.127" v="1903" actId="1037"/>
          <ac:grpSpMkLst>
            <pc:docMk/>
            <pc:sldMk cId="4006053076" sldId="280"/>
            <ac:grpSpMk id="28" creationId="{9EED6A87-14DC-CCEC-9B95-8DF6F1E1FF05}"/>
          </ac:grpSpMkLst>
        </pc:grpChg>
        <pc:picChg chg="mod">
          <ac:chgData name="渡辺　晃佑" userId="389c99e7-d706-4adf-bfd7-c02344591d2e" providerId="ADAL" clId="{47E84F62-C9D2-4319-AA68-B506BD6C82C0}" dt="2026-02-25T15:10:40.127" v="1903" actId="1037"/>
          <ac:picMkLst>
            <pc:docMk/>
            <pc:sldMk cId="4006053076" sldId="280"/>
            <ac:picMk id="30" creationId="{E0EF2487-F44B-2DA0-EC9B-17315CD51CA7}"/>
          </ac:picMkLst>
        </pc:picChg>
        <pc:cxnChg chg="mod">
          <ac:chgData name="渡辺　晃佑" userId="389c99e7-d706-4adf-bfd7-c02344591d2e" providerId="ADAL" clId="{47E84F62-C9D2-4319-AA68-B506BD6C82C0}" dt="2026-02-25T15:10:40.127" v="1903" actId="1037"/>
          <ac:cxnSpMkLst>
            <pc:docMk/>
            <pc:sldMk cId="4006053076" sldId="280"/>
            <ac:cxnSpMk id="29" creationId="{E3FFA83C-47CB-5DD9-0174-87FE3E516D70}"/>
          </ac:cxnSpMkLst>
        </pc:cxnChg>
        <pc:cxnChg chg="mod">
          <ac:chgData name="渡辺　晃佑" userId="389c99e7-d706-4adf-bfd7-c02344591d2e" providerId="ADAL" clId="{47E84F62-C9D2-4319-AA68-B506BD6C82C0}" dt="2026-02-25T15:10:40.127" v="1903" actId="1037"/>
          <ac:cxnSpMkLst>
            <pc:docMk/>
            <pc:sldMk cId="4006053076" sldId="280"/>
            <ac:cxnSpMk id="32" creationId="{827D6B91-C71A-17FD-1151-DF8BA123149E}"/>
          </ac:cxnSpMkLst>
        </pc:cxnChg>
      </pc:sldChg>
      <pc:sldMasterChg chg="modSldLayout">
        <pc:chgData name="渡辺　晃佑" userId="389c99e7-d706-4adf-bfd7-c02344591d2e" providerId="ADAL" clId="{47E84F62-C9D2-4319-AA68-B506BD6C82C0}" dt="2026-02-17T15:53:56.013" v="0" actId="2711"/>
        <pc:sldMasterMkLst>
          <pc:docMk/>
          <pc:sldMasterMk cId="3969931683" sldId="2147483902"/>
        </pc:sldMasterMkLst>
        <pc:sldLayoutChg chg="modSp mod">
          <pc:chgData name="渡辺　晃佑" userId="389c99e7-d706-4adf-bfd7-c02344591d2e" providerId="ADAL" clId="{47E84F62-C9D2-4319-AA68-B506BD6C82C0}" dt="2026-02-17T15:53:56.013" v="0" actId="2711"/>
          <pc:sldLayoutMkLst>
            <pc:docMk/>
            <pc:sldMasterMk cId="3969931683" sldId="2147483902"/>
            <pc:sldLayoutMk cId="2001281558" sldId="2147483903"/>
          </pc:sldLayoutMkLst>
          <pc:spChg chg="mod">
            <ac:chgData name="渡辺　晃佑" userId="389c99e7-d706-4adf-bfd7-c02344591d2e" providerId="ADAL" clId="{47E84F62-C9D2-4319-AA68-B506BD6C82C0}" dt="2026-02-17T15:53:56.013" v="0" actId="2711"/>
            <ac:spMkLst>
              <pc:docMk/>
              <pc:sldMasterMk cId="3969931683" sldId="2147483902"/>
              <pc:sldLayoutMk cId="2001281558" sldId="2147483903"/>
              <ac:spMk id="2" creationId="{C27B85A2-47B8-8526-0532-C90E601E7B94}"/>
            </ac:spMkLst>
          </pc:spChg>
        </pc:sldLayoutChg>
      </pc:sldMasterChg>
    </pc:docChg>
  </pc:docChgLst>
  <pc:docChgLst>
    <pc:chgData name="渡辺　晃佑" userId="S::cmt14139@ict.nitech.ac.jp::389c99e7-d706-4adf-bfd7-c02344591d2e" providerId="AD" clId="Web-{826311CE-D700-5894-61DE-04F94DABE8BA}"/>
    <pc:docChg chg="modSld">
      <pc:chgData name="渡辺　晃佑" userId="S::cmt14139@ict.nitech.ac.jp::389c99e7-d706-4adf-bfd7-c02344591d2e" providerId="AD" clId="Web-{826311CE-D700-5894-61DE-04F94DABE8BA}" dt="2026-02-26T08:17:09.983" v="17"/>
      <pc:docMkLst>
        <pc:docMk/>
      </pc:docMkLst>
      <pc:sldChg chg="modNotes">
        <pc:chgData name="渡辺　晃佑" userId="S::cmt14139@ict.nitech.ac.jp::389c99e7-d706-4adf-bfd7-c02344591d2e" providerId="AD" clId="Web-{826311CE-D700-5894-61DE-04F94DABE8BA}" dt="2026-02-26T08:17:09.983" v="17"/>
        <pc:sldMkLst>
          <pc:docMk/>
          <pc:sldMk cId="4288613859" sldId="270"/>
        </pc:sldMkLst>
      </pc:sldChg>
    </pc:docChg>
  </pc:docChgLst>
  <pc:docChgLst>
    <pc:chgData name="渡辺　晃佑" userId="S::cmt14139@ict.nitech.ac.jp::389c99e7-d706-4adf-bfd7-c02344591d2e" providerId="AD" clId="Web-{F546DE2A-B2D4-88F8-9B62-1B2B3FB516F8}"/>
    <pc:docChg chg="modSld">
      <pc:chgData name="渡辺　晃佑" userId="S::cmt14139@ict.nitech.ac.jp::389c99e7-d706-4adf-bfd7-c02344591d2e" providerId="AD" clId="Web-{F546DE2A-B2D4-88F8-9B62-1B2B3FB516F8}" dt="2026-02-26T08:16:43.370" v="84"/>
      <pc:docMkLst>
        <pc:docMk/>
      </pc:docMkLst>
      <pc:sldChg chg="modNotes">
        <pc:chgData name="渡辺　晃佑" userId="S::cmt14139@ict.nitech.ac.jp::389c99e7-d706-4adf-bfd7-c02344591d2e" providerId="AD" clId="Web-{F546DE2A-B2D4-88F8-9B62-1B2B3FB516F8}" dt="2026-02-26T08:16:43.370" v="84"/>
        <pc:sldMkLst>
          <pc:docMk/>
          <pc:sldMk cId="751558714" sldId="266"/>
        </pc:sldMkLst>
      </pc:sldChg>
    </pc:docChg>
  </pc:docChgLst>
  <pc:docChgLst>
    <pc:chgData name="渡辺　晃佑" userId="S::cmt14139@ict.nitech.ac.jp::389c99e7-d706-4adf-bfd7-c02344591d2e" providerId="AD" clId="Web-{0219634D-2590-5C98-C516-4FCE8A915C3C}"/>
    <pc:docChg chg="modSld">
      <pc:chgData name="渡辺　晃佑" userId="S::cmt14139@ict.nitech.ac.jp::389c99e7-d706-4adf-bfd7-c02344591d2e" providerId="AD" clId="Web-{0219634D-2590-5C98-C516-4FCE8A915C3C}" dt="2026-03-02T08:11:35.660" v="34"/>
      <pc:docMkLst>
        <pc:docMk/>
      </pc:docMkLst>
      <pc:sldChg chg="modNotes">
        <pc:chgData name="渡辺　晃佑" userId="S::cmt14139@ict.nitech.ac.jp::389c99e7-d706-4adf-bfd7-c02344591d2e" providerId="AD" clId="Web-{0219634D-2590-5C98-C516-4FCE8A915C3C}" dt="2026-03-02T07:35:50.276" v="23"/>
        <pc:sldMkLst>
          <pc:docMk/>
          <pc:sldMk cId="1786614121" sldId="262"/>
        </pc:sldMkLst>
      </pc:sldChg>
      <pc:sldChg chg="modNotes">
        <pc:chgData name="渡辺　晃佑" userId="S::cmt14139@ict.nitech.ac.jp::389c99e7-d706-4adf-bfd7-c02344591d2e" providerId="AD" clId="Web-{0219634D-2590-5C98-C516-4FCE8A915C3C}" dt="2026-03-02T07:35:30.932" v="4"/>
        <pc:sldMkLst>
          <pc:docMk/>
          <pc:sldMk cId="4006053076" sldId="280"/>
        </pc:sldMkLst>
      </pc:sldChg>
    </pc:docChg>
  </pc:docChgLst>
  <pc:docChgLst>
    <pc:chgData name="渡辺　晃佑" userId="S::cmt14139@ict.nitech.ac.jp::389c99e7-d706-4adf-bfd7-c02344591d2e" providerId="AD" clId="Web-{6999FB82-5EDC-A789-BC8A-CFA4F4064166}"/>
    <pc:docChg chg="modSld">
      <pc:chgData name="渡辺　晃佑" userId="S::cmt14139@ict.nitech.ac.jp::389c99e7-d706-4adf-bfd7-c02344591d2e" providerId="AD" clId="Web-{6999FB82-5EDC-A789-BC8A-CFA4F4064166}" dt="2026-02-19T08:08:35.456" v="2194"/>
      <pc:docMkLst>
        <pc:docMk/>
      </pc:docMkLst>
      <pc:sldChg chg="modSp modNotes">
        <pc:chgData name="渡辺　晃佑" userId="S::cmt14139@ict.nitech.ac.jp::389c99e7-d706-4adf-bfd7-c02344591d2e" providerId="AD" clId="Web-{6999FB82-5EDC-A789-BC8A-CFA4F4064166}" dt="2026-02-19T07:14:30.869" v="584"/>
        <pc:sldMkLst>
          <pc:docMk/>
          <pc:sldMk cId="4220145611" sldId="261"/>
        </pc:sldMkLst>
      </pc:sldChg>
      <pc:sldChg chg="modNotes">
        <pc:chgData name="渡辺　晃佑" userId="S::cmt14139@ict.nitech.ac.jp::389c99e7-d706-4adf-bfd7-c02344591d2e" providerId="AD" clId="Web-{6999FB82-5EDC-A789-BC8A-CFA4F4064166}" dt="2026-02-19T07:23:33.579" v="890"/>
        <pc:sldMkLst>
          <pc:docMk/>
          <pc:sldMk cId="1786614121" sldId="262"/>
        </pc:sldMkLst>
      </pc:sldChg>
      <pc:sldChg chg="modNotes">
        <pc:chgData name="渡辺　晃佑" userId="S::cmt14139@ict.nitech.ac.jp::389c99e7-d706-4adf-bfd7-c02344591d2e" providerId="AD" clId="Web-{6999FB82-5EDC-A789-BC8A-CFA4F4064166}" dt="2026-02-19T08:02:57.918" v="1994"/>
        <pc:sldMkLst>
          <pc:docMk/>
          <pc:sldMk cId="3067819712" sldId="264"/>
        </pc:sldMkLst>
      </pc:sldChg>
      <pc:sldChg chg="modNotes">
        <pc:chgData name="渡辺　晃佑" userId="S::cmt14139@ict.nitech.ac.jp::389c99e7-d706-4adf-bfd7-c02344591d2e" providerId="AD" clId="Web-{6999FB82-5EDC-A789-BC8A-CFA4F4064166}" dt="2026-02-19T06:58:06.878" v="300"/>
        <pc:sldMkLst>
          <pc:docMk/>
          <pc:sldMk cId="245035987" sldId="268"/>
        </pc:sldMkLst>
      </pc:sldChg>
      <pc:sldChg chg="modNotes">
        <pc:chgData name="渡辺　晃佑" userId="S::cmt14139@ict.nitech.ac.jp::389c99e7-d706-4adf-bfd7-c02344591d2e" providerId="AD" clId="Web-{6999FB82-5EDC-A789-BC8A-CFA4F4064166}" dt="2026-02-19T08:08:35.456" v="2194"/>
        <pc:sldMkLst>
          <pc:docMk/>
          <pc:sldMk cId="2337929702" sldId="276"/>
        </pc:sldMkLst>
      </pc:sldChg>
    </pc:docChg>
  </pc:docChgLst>
  <pc:docChgLst>
    <pc:chgData name="渡辺　晃佑" userId="389c99e7-d706-4adf-bfd7-c02344591d2e" providerId="ADAL" clId="{AC6E613E-CCFF-4109-A72B-6327D2FA4AE1}"/>
    <pc:docChg chg="undo redo custSel mod addSld delSld modSld sldOrd modMainMaster addSection delSection modSection">
      <pc:chgData name="渡辺　晃佑" userId="389c99e7-d706-4adf-bfd7-c02344591d2e" providerId="ADAL" clId="{AC6E613E-CCFF-4109-A72B-6327D2FA4AE1}" dt="2026-03-12T13:06:28.808" v="97508"/>
      <pc:docMkLst>
        <pc:docMk/>
      </pc:docMkLst>
      <pc:sldChg chg="addSp delSp modSp new mod addAnim delAnim modAnim modNotesTx">
        <pc:chgData name="渡辺　晃佑" userId="389c99e7-d706-4adf-bfd7-c02344591d2e" providerId="ADAL" clId="{AC6E613E-CCFF-4109-A72B-6327D2FA4AE1}" dt="2026-03-12T12:53:07.276" v="97139" actId="20577"/>
        <pc:sldMkLst>
          <pc:docMk/>
          <pc:sldMk cId="4220145611" sldId="261"/>
        </pc:sldMkLst>
        <pc:spChg chg="mod ord">
          <ac:chgData name="渡辺　晃佑" userId="389c99e7-d706-4adf-bfd7-c02344591d2e" providerId="ADAL" clId="{AC6E613E-CCFF-4109-A72B-6327D2FA4AE1}" dt="2026-03-12T12:53:07.276" v="97139" actId="20577"/>
          <ac:spMkLst>
            <pc:docMk/>
            <pc:sldMk cId="4220145611" sldId="261"/>
            <ac:spMk id="3" creationId="{F11F3625-63F3-2AB6-C68E-DD5143302585}"/>
          </ac:spMkLst>
        </pc:spChg>
        <pc:spChg chg="add">
          <ac:chgData name="渡辺　晃佑" userId="389c99e7-d706-4adf-bfd7-c02344591d2e" providerId="ADAL" clId="{AC6E613E-CCFF-4109-A72B-6327D2FA4AE1}" dt="2026-03-03T08:03:48.027" v="68070"/>
          <ac:spMkLst>
            <pc:docMk/>
            <pc:sldMk cId="4220145611" sldId="261"/>
            <ac:spMk id="4" creationId="{F1628E8E-9527-8C0A-3684-928A79D2AA9F}"/>
          </ac:spMkLst>
        </pc:spChg>
        <pc:spChg chg="add mod">
          <ac:chgData name="渡辺　晃佑" userId="389c99e7-d706-4adf-bfd7-c02344591d2e" providerId="ADAL" clId="{AC6E613E-CCFF-4109-A72B-6327D2FA4AE1}" dt="2026-03-05T04:30:08.426" v="78210" actId="113"/>
          <ac:spMkLst>
            <pc:docMk/>
            <pc:sldMk cId="4220145611" sldId="261"/>
            <ac:spMk id="5" creationId="{3931B65E-DF31-0650-1DB2-8AF84A3CC7DF}"/>
          </ac:spMkLst>
        </pc:spChg>
        <pc:spChg chg="add mod">
          <ac:chgData name="渡辺　晃佑" userId="389c99e7-d706-4adf-bfd7-c02344591d2e" providerId="ADAL" clId="{AC6E613E-CCFF-4109-A72B-6327D2FA4AE1}" dt="2026-03-07T13:54:24.466" v="93760" actId="1036"/>
          <ac:spMkLst>
            <pc:docMk/>
            <pc:sldMk cId="4220145611" sldId="261"/>
            <ac:spMk id="6" creationId="{E0E31FBC-CD2A-91DF-79F4-80CECDB5310B}"/>
          </ac:spMkLst>
        </pc:spChg>
        <pc:spChg chg="add mod">
          <ac:chgData name="渡辺　晃佑" userId="389c99e7-d706-4adf-bfd7-c02344591d2e" providerId="ADAL" clId="{AC6E613E-CCFF-4109-A72B-6327D2FA4AE1}" dt="2026-03-06T05:59:40.562" v="86628" actId="1076"/>
          <ac:spMkLst>
            <pc:docMk/>
            <pc:sldMk cId="4220145611" sldId="261"/>
            <ac:spMk id="8" creationId="{06022CFD-9A3D-03C6-78DE-2E8088898092}"/>
          </ac:spMkLst>
        </pc:spChg>
        <pc:spChg chg="add mod">
          <ac:chgData name="渡辺　晃佑" userId="389c99e7-d706-4adf-bfd7-c02344591d2e" providerId="ADAL" clId="{AC6E613E-CCFF-4109-A72B-6327D2FA4AE1}" dt="2026-03-06T05:59:40.562" v="86628" actId="1076"/>
          <ac:spMkLst>
            <pc:docMk/>
            <pc:sldMk cId="4220145611" sldId="261"/>
            <ac:spMk id="9" creationId="{A58BD99B-174E-9AB9-15EA-D122ECBC2085}"/>
          </ac:spMkLst>
        </pc:spChg>
        <pc:spChg chg="add mod">
          <ac:chgData name="渡辺　晃佑" userId="389c99e7-d706-4adf-bfd7-c02344591d2e" providerId="ADAL" clId="{AC6E613E-CCFF-4109-A72B-6327D2FA4AE1}" dt="2026-03-05T04:30:10.422" v="78211" actId="113"/>
          <ac:spMkLst>
            <pc:docMk/>
            <pc:sldMk cId="4220145611" sldId="261"/>
            <ac:spMk id="10" creationId="{AC81A594-1148-FF15-CCF3-5ADD8949ECE3}"/>
          </ac:spMkLst>
        </pc:spChg>
        <pc:spChg chg="add mod ord">
          <ac:chgData name="渡辺　晃佑" userId="389c99e7-d706-4adf-bfd7-c02344591d2e" providerId="ADAL" clId="{AC6E613E-CCFF-4109-A72B-6327D2FA4AE1}" dt="2026-03-06T05:59:40.562" v="86628" actId="1076"/>
          <ac:spMkLst>
            <pc:docMk/>
            <pc:sldMk cId="4220145611" sldId="261"/>
            <ac:spMk id="11" creationId="{43086E13-C1E6-1227-0705-687D83479A4D}"/>
          </ac:spMkLst>
        </pc:spChg>
        <pc:spChg chg="mod ord topLvl">
          <ac:chgData name="渡辺　晃佑" userId="389c99e7-d706-4adf-bfd7-c02344591d2e" providerId="ADAL" clId="{AC6E613E-CCFF-4109-A72B-6327D2FA4AE1}" dt="2026-03-07T13:52:34.939" v="93711" actId="165"/>
          <ac:spMkLst>
            <pc:docMk/>
            <pc:sldMk cId="4220145611" sldId="261"/>
            <ac:spMk id="12" creationId="{39E58D1E-3A37-31C4-5F3B-E92019504606}"/>
          </ac:spMkLst>
        </pc:spChg>
        <pc:spChg chg="add mod">
          <ac:chgData name="渡辺　晃佑" userId="389c99e7-d706-4adf-bfd7-c02344591d2e" providerId="ADAL" clId="{AC6E613E-CCFF-4109-A72B-6327D2FA4AE1}" dt="2026-03-05T04:30:16.106" v="78214" actId="113"/>
          <ac:spMkLst>
            <pc:docMk/>
            <pc:sldMk cId="4220145611" sldId="261"/>
            <ac:spMk id="14" creationId="{0544002F-D658-70C9-6409-43218C892B00}"/>
          </ac:spMkLst>
        </pc:spChg>
        <pc:spChg chg="add mod">
          <ac:chgData name="渡辺　晃佑" userId="389c99e7-d706-4adf-bfd7-c02344591d2e" providerId="ADAL" clId="{AC6E613E-CCFF-4109-A72B-6327D2FA4AE1}" dt="2026-03-05T08:38:37.266" v="80077" actId="1076"/>
          <ac:spMkLst>
            <pc:docMk/>
            <pc:sldMk cId="4220145611" sldId="261"/>
            <ac:spMk id="15" creationId="{4E5D11C1-8D60-18F8-529B-A9097E5504F2}"/>
          </ac:spMkLst>
        </pc:spChg>
        <pc:spChg chg="add mod ord">
          <ac:chgData name="渡辺　晃佑" userId="389c99e7-d706-4adf-bfd7-c02344591d2e" providerId="ADAL" clId="{AC6E613E-CCFF-4109-A72B-6327D2FA4AE1}" dt="2026-03-06T05:59:40.562" v="86628" actId="1076"/>
          <ac:spMkLst>
            <pc:docMk/>
            <pc:sldMk cId="4220145611" sldId="261"/>
            <ac:spMk id="16" creationId="{92078E62-4D24-39E6-A4F7-CC7C2F0160C9}"/>
          </ac:spMkLst>
        </pc:spChg>
        <pc:spChg chg="add mod">
          <ac:chgData name="渡辺　晃佑" userId="389c99e7-d706-4adf-bfd7-c02344591d2e" providerId="ADAL" clId="{AC6E613E-CCFF-4109-A72B-6327D2FA4AE1}" dt="2026-03-05T08:38:56.632" v="80085" actId="20577"/>
          <ac:spMkLst>
            <pc:docMk/>
            <pc:sldMk cId="4220145611" sldId="261"/>
            <ac:spMk id="17" creationId="{36115068-ACBB-9403-B068-E2B72B4C7264}"/>
          </ac:spMkLst>
        </pc:spChg>
        <pc:spChg chg="add mod">
          <ac:chgData name="渡辺　晃佑" userId="389c99e7-d706-4adf-bfd7-c02344591d2e" providerId="ADAL" clId="{AC6E613E-CCFF-4109-A72B-6327D2FA4AE1}" dt="2026-03-05T08:38:54.058" v="80083" actId="20577"/>
          <ac:spMkLst>
            <pc:docMk/>
            <pc:sldMk cId="4220145611" sldId="261"/>
            <ac:spMk id="18" creationId="{57B41847-6F77-1309-A18E-2A33C2AD05A9}"/>
          </ac:spMkLst>
        </pc:spChg>
        <pc:spChg chg="add mod">
          <ac:chgData name="渡辺　晃佑" userId="389c99e7-d706-4adf-bfd7-c02344591d2e" providerId="ADAL" clId="{AC6E613E-CCFF-4109-A72B-6327D2FA4AE1}" dt="2026-03-03T08:22:59.943" v="68325" actId="1076"/>
          <ac:spMkLst>
            <pc:docMk/>
            <pc:sldMk cId="4220145611" sldId="261"/>
            <ac:spMk id="19" creationId="{FF381769-EBC9-6EB5-6A6A-88F1A2B7E4E1}"/>
          </ac:spMkLst>
        </pc:spChg>
        <pc:spChg chg="add mod ord">
          <ac:chgData name="渡辺　晃佑" userId="389c99e7-d706-4adf-bfd7-c02344591d2e" providerId="ADAL" clId="{AC6E613E-CCFF-4109-A72B-6327D2FA4AE1}" dt="2026-03-06T05:59:40.562" v="86628" actId="1076"/>
          <ac:spMkLst>
            <pc:docMk/>
            <pc:sldMk cId="4220145611" sldId="261"/>
            <ac:spMk id="20" creationId="{AC4AE52D-69EB-74C3-9B13-40BB0F046172}"/>
          </ac:spMkLst>
        </pc:spChg>
        <pc:spChg chg="add mod ord">
          <ac:chgData name="渡辺　晃佑" userId="389c99e7-d706-4adf-bfd7-c02344591d2e" providerId="ADAL" clId="{AC6E613E-CCFF-4109-A72B-6327D2FA4AE1}" dt="2026-03-05T08:49:01.557" v="80321" actId="1076"/>
          <ac:spMkLst>
            <pc:docMk/>
            <pc:sldMk cId="4220145611" sldId="261"/>
            <ac:spMk id="23" creationId="{C37E5F78-FB65-436A-F708-4356F6E1BBDC}"/>
          </ac:spMkLst>
        </pc:spChg>
        <pc:spChg chg="add mod ord">
          <ac:chgData name="渡辺　晃佑" userId="389c99e7-d706-4adf-bfd7-c02344591d2e" providerId="ADAL" clId="{AC6E613E-CCFF-4109-A72B-6327D2FA4AE1}" dt="2026-03-06T05:59:40.562" v="86628" actId="1076"/>
          <ac:spMkLst>
            <pc:docMk/>
            <pc:sldMk cId="4220145611" sldId="261"/>
            <ac:spMk id="25" creationId="{80DF3B8E-3A71-23A2-24D4-5DC3203676EB}"/>
          </ac:spMkLst>
        </pc:spChg>
        <pc:spChg chg="add mod">
          <ac:chgData name="渡辺　晃佑" userId="389c99e7-d706-4adf-bfd7-c02344591d2e" providerId="ADAL" clId="{AC6E613E-CCFF-4109-A72B-6327D2FA4AE1}" dt="2026-03-06T02:04:38.077" v="83735" actId="1076"/>
          <ac:spMkLst>
            <pc:docMk/>
            <pc:sldMk cId="4220145611" sldId="261"/>
            <ac:spMk id="36" creationId="{0808BBDE-C48E-0651-0F13-CCC54EF4ECA8}"/>
          </ac:spMkLst>
        </pc:spChg>
        <pc:spChg chg="mod topLvl">
          <ac:chgData name="渡辺　晃佑" userId="389c99e7-d706-4adf-bfd7-c02344591d2e" providerId="ADAL" clId="{AC6E613E-CCFF-4109-A72B-6327D2FA4AE1}" dt="2026-03-07T13:52:34.939" v="93711" actId="165"/>
          <ac:spMkLst>
            <pc:docMk/>
            <pc:sldMk cId="4220145611" sldId="261"/>
            <ac:spMk id="37" creationId="{4A9B0E5C-5D3A-42F2-DF37-0DD4F093F9B6}"/>
          </ac:spMkLst>
        </pc:spChg>
        <pc:spChg chg="mod topLvl">
          <ac:chgData name="渡辺　晃佑" userId="389c99e7-d706-4adf-bfd7-c02344591d2e" providerId="ADAL" clId="{AC6E613E-CCFF-4109-A72B-6327D2FA4AE1}" dt="2026-03-07T13:54:19.420" v="93758" actId="1076"/>
          <ac:spMkLst>
            <pc:docMk/>
            <pc:sldMk cId="4220145611" sldId="261"/>
            <ac:spMk id="38" creationId="{7952A55B-89C2-6E3E-3AE0-2CD46582560F}"/>
          </ac:spMkLst>
        </pc:spChg>
        <pc:spChg chg="add mod">
          <ac:chgData name="渡辺　晃佑" userId="389c99e7-d706-4adf-bfd7-c02344591d2e" providerId="ADAL" clId="{AC6E613E-CCFF-4109-A72B-6327D2FA4AE1}" dt="2026-03-06T05:59:40.562" v="86628" actId="1076"/>
          <ac:spMkLst>
            <pc:docMk/>
            <pc:sldMk cId="4220145611" sldId="261"/>
            <ac:spMk id="47" creationId="{9049C889-9B47-E664-0B54-99D8DBD13293}"/>
          </ac:spMkLst>
        </pc:spChg>
        <pc:spChg chg="add mod">
          <ac:chgData name="渡辺　晃佑" userId="389c99e7-d706-4adf-bfd7-c02344591d2e" providerId="ADAL" clId="{AC6E613E-CCFF-4109-A72B-6327D2FA4AE1}" dt="2026-03-07T13:56:37.458" v="93847" actId="2711"/>
          <ac:spMkLst>
            <pc:docMk/>
            <pc:sldMk cId="4220145611" sldId="261"/>
            <ac:spMk id="48" creationId="{1009AE20-A3C2-27FA-61A5-4802192EF0AD}"/>
          </ac:spMkLst>
        </pc:spChg>
        <pc:spChg chg="add mod ord">
          <ac:chgData name="渡辺　晃佑" userId="389c99e7-d706-4adf-bfd7-c02344591d2e" providerId="ADAL" clId="{AC6E613E-CCFF-4109-A72B-6327D2FA4AE1}" dt="2026-03-06T05:59:40.562" v="86628" actId="1076"/>
          <ac:spMkLst>
            <pc:docMk/>
            <pc:sldMk cId="4220145611" sldId="261"/>
            <ac:spMk id="49" creationId="{56C15CA6-DF1F-4F2C-BE8E-B685C2058A01}"/>
          </ac:spMkLst>
        </pc:spChg>
        <pc:spChg chg="add mod">
          <ac:chgData name="渡辺　晃佑" userId="389c99e7-d706-4adf-bfd7-c02344591d2e" providerId="ADAL" clId="{AC6E613E-CCFF-4109-A72B-6327D2FA4AE1}" dt="2026-03-12T00:54:20.420" v="96789" actId="207"/>
          <ac:spMkLst>
            <pc:docMk/>
            <pc:sldMk cId="4220145611" sldId="261"/>
            <ac:spMk id="53" creationId="{267CB9BB-E635-3D9A-24B2-A1F12230839C}"/>
          </ac:spMkLst>
        </pc:spChg>
        <pc:spChg chg="add mod">
          <ac:chgData name="渡辺　晃佑" userId="389c99e7-d706-4adf-bfd7-c02344591d2e" providerId="ADAL" clId="{AC6E613E-CCFF-4109-A72B-6327D2FA4AE1}" dt="2026-03-12T00:54:20.420" v="96789" actId="207"/>
          <ac:spMkLst>
            <pc:docMk/>
            <pc:sldMk cId="4220145611" sldId="261"/>
            <ac:spMk id="54" creationId="{231D2F11-B5CA-E233-7EF7-3DA49AD16417}"/>
          </ac:spMkLst>
        </pc:spChg>
        <pc:spChg chg="add mod">
          <ac:chgData name="渡辺　晃佑" userId="389c99e7-d706-4adf-bfd7-c02344591d2e" providerId="ADAL" clId="{AC6E613E-CCFF-4109-A72B-6327D2FA4AE1}" dt="2026-03-12T00:54:20.420" v="96789" actId="207"/>
          <ac:spMkLst>
            <pc:docMk/>
            <pc:sldMk cId="4220145611" sldId="261"/>
            <ac:spMk id="56" creationId="{036F4C35-5B78-275A-DAD0-1DCE905433E1}"/>
          </ac:spMkLst>
        </pc:spChg>
        <pc:spChg chg="add mod topLvl">
          <ac:chgData name="渡辺　晃佑" userId="389c99e7-d706-4adf-bfd7-c02344591d2e" providerId="ADAL" clId="{AC6E613E-CCFF-4109-A72B-6327D2FA4AE1}" dt="2026-02-25T11:34:22.613" v="59737" actId="164"/>
          <ac:spMkLst>
            <pc:docMk/>
            <pc:sldMk cId="4220145611" sldId="261"/>
            <ac:spMk id="60" creationId="{F1E4FF95-BBEC-134B-496B-FA9316FFFA5C}"/>
          </ac:spMkLst>
        </pc:spChg>
        <pc:spChg chg="add mod topLvl">
          <ac:chgData name="渡辺　晃佑" userId="389c99e7-d706-4adf-bfd7-c02344591d2e" providerId="ADAL" clId="{AC6E613E-CCFF-4109-A72B-6327D2FA4AE1}" dt="2026-03-04T04:57:35.952" v="71321" actId="20577"/>
          <ac:spMkLst>
            <pc:docMk/>
            <pc:sldMk cId="4220145611" sldId="261"/>
            <ac:spMk id="66" creationId="{C3DE631D-EAD7-63EC-AE98-090E250FA169}"/>
          </ac:spMkLst>
        </pc:spChg>
        <pc:spChg chg="add mod topLvl">
          <ac:chgData name="渡辺　晃佑" userId="389c99e7-d706-4adf-bfd7-c02344591d2e" providerId="ADAL" clId="{AC6E613E-CCFF-4109-A72B-6327D2FA4AE1}" dt="2026-03-03T10:12:21.731" v="69644" actId="1076"/>
          <ac:spMkLst>
            <pc:docMk/>
            <pc:sldMk cId="4220145611" sldId="261"/>
            <ac:spMk id="67" creationId="{6EE0FE87-491C-A22F-5981-243EFA4A7EA0}"/>
          </ac:spMkLst>
        </pc:spChg>
        <pc:spChg chg="add mod topLvl">
          <ac:chgData name="渡辺　晃佑" userId="389c99e7-d706-4adf-bfd7-c02344591d2e" providerId="ADAL" clId="{AC6E613E-CCFF-4109-A72B-6327D2FA4AE1}" dt="2026-02-25T11:34:22.613" v="59737" actId="164"/>
          <ac:spMkLst>
            <pc:docMk/>
            <pc:sldMk cId="4220145611" sldId="261"/>
            <ac:spMk id="68" creationId="{45B111C4-0BF3-DEAD-4EAB-2479F943F820}"/>
          </ac:spMkLst>
        </pc:spChg>
        <pc:spChg chg="add mod topLvl">
          <ac:chgData name="渡辺　晃佑" userId="389c99e7-d706-4adf-bfd7-c02344591d2e" providerId="ADAL" clId="{AC6E613E-CCFF-4109-A72B-6327D2FA4AE1}" dt="2026-02-25T11:34:22.613" v="59737" actId="164"/>
          <ac:spMkLst>
            <pc:docMk/>
            <pc:sldMk cId="4220145611" sldId="261"/>
            <ac:spMk id="69" creationId="{9DC0B844-3AEE-0E60-3EA5-6173B87F15A6}"/>
          </ac:spMkLst>
        </pc:spChg>
        <pc:spChg chg="add mod topLvl">
          <ac:chgData name="渡辺　晃佑" userId="389c99e7-d706-4adf-bfd7-c02344591d2e" providerId="ADAL" clId="{AC6E613E-CCFF-4109-A72B-6327D2FA4AE1}" dt="2026-02-25T11:34:22.613" v="59737" actId="164"/>
          <ac:spMkLst>
            <pc:docMk/>
            <pc:sldMk cId="4220145611" sldId="261"/>
            <ac:spMk id="70" creationId="{3DA6CE23-77CE-4239-2106-C699A2702304}"/>
          </ac:spMkLst>
        </pc:spChg>
        <pc:spChg chg="add mod">
          <ac:chgData name="渡辺　晃佑" userId="389c99e7-d706-4adf-bfd7-c02344591d2e" providerId="ADAL" clId="{AC6E613E-CCFF-4109-A72B-6327D2FA4AE1}" dt="2026-02-25T11:34:16.844" v="59736" actId="165"/>
          <ac:spMkLst>
            <pc:docMk/>
            <pc:sldMk cId="4220145611" sldId="261"/>
            <ac:spMk id="71" creationId="{BEB1A430-EFB0-F56C-EF04-DE76F6FAE6CA}"/>
          </ac:spMkLst>
        </pc:spChg>
        <pc:spChg chg="add mod">
          <ac:chgData name="渡辺　晃佑" userId="389c99e7-d706-4adf-bfd7-c02344591d2e" providerId="ADAL" clId="{AC6E613E-CCFF-4109-A72B-6327D2FA4AE1}" dt="2026-02-25T11:34:16.844" v="59736" actId="165"/>
          <ac:spMkLst>
            <pc:docMk/>
            <pc:sldMk cId="4220145611" sldId="261"/>
            <ac:spMk id="72" creationId="{239976C0-16F8-0F46-E1FB-E2CD47869A9F}"/>
          </ac:spMkLst>
        </pc:spChg>
        <pc:spChg chg="add mod">
          <ac:chgData name="渡辺　晃佑" userId="389c99e7-d706-4adf-bfd7-c02344591d2e" providerId="ADAL" clId="{AC6E613E-CCFF-4109-A72B-6327D2FA4AE1}" dt="2026-02-25T11:34:16.844" v="59736" actId="165"/>
          <ac:spMkLst>
            <pc:docMk/>
            <pc:sldMk cId="4220145611" sldId="261"/>
            <ac:spMk id="73" creationId="{42BCFB15-39FE-5A5F-56BD-201259353597}"/>
          </ac:spMkLst>
        </pc:spChg>
        <pc:spChg chg="add mod">
          <ac:chgData name="渡辺　晃佑" userId="389c99e7-d706-4adf-bfd7-c02344591d2e" providerId="ADAL" clId="{AC6E613E-CCFF-4109-A72B-6327D2FA4AE1}" dt="2026-03-04T07:25:08.936" v="73965" actId="1076"/>
          <ac:spMkLst>
            <pc:docMk/>
            <pc:sldMk cId="4220145611" sldId="261"/>
            <ac:spMk id="83" creationId="{6AB48467-8E79-BAFA-1843-190B9D66FC65}"/>
          </ac:spMkLst>
        </pc:spChg>
        <pc:grpChg chg="add mod">
          <ac:chgData name="渡辺　晃佑" userId="389c99e7-d706-4adf-bfd7-c02344591d2e" providerId="ADAL" clId="{AC6E613E-CCFF-4109-A72B-6327D2FA4AE1}" dt="2026-02-25T11:34:22.613" v="59737" actId="164"/>
          <ac:grpSpMkLst>
            <pc:docMk/>
            <pc:sldMk cId="4220145611" sldId="261"/>
            <ac:grpSpMk id="74" creationId="{297A3F32-7524-4EBB-DBC1-4BD4FAEED5DC}"/>
          </ac:grpSpMkLst>
        </pc:grpChg>
        <pc:grpChg chg="add mod">
          <ac:chgData name="渡辺　晃佑" userId="389c99e7-d706-4adf-bfd7-c02344591d2e" providerId="ADAL" clId="{AC6E613E-CCFF-4109-A72B-6327D2FA4AE1}" dt="2026-03-03T10:11:56.612" v="69616" actId="1076"/>
          <ac:grpSpMkLst>
            <pc:docMk/>
            <pc:sldMk cId="4220145611" sldId="261"/>
            <ac:grpSpMk id="77" creationId="{27AE2E75-50A0-E3EB-41E7-8D63B70FDB87}"/>
          </ac:grpSpMkLst>
        </pc:grpChg>
        <pc:picChg chg="add mod">
          <ac:chgData name="渡辺　晃佑" userId="389c99e7-d706-4adf-bfd7-c02344591d2e" providerId="ADAL" clId="{AC6E613E-CCFF-4109-A72B-6327D2FA4AE1}" dt="2026-03-06T05:59:40.562" v="86628" actId="1076"/>
          <ac:picMkLst>
            <pc:docMk/>
            <pc:sldMk cId="4220145611" sldId="261"/>
            <ac:picMk id="7" creationId="{13CA3A4C-A7F8-3904-1DD8-BBA784F731B2}"/>
          </ac:picMkLst>
        </pc:picChg>
        <pc:picChg chg="add mod topLvl modCrop">
          <ac:chgData name="渡辺　晃佑" userId="389c99e7-d706-4adf-bfd7-c02344591d2e" providerId="ADAL" clId="{AC6E613E-CCFF-4109-A72B-6327D2FA4AE1}" dt="2026-03-03T10:12:15.319" v="69642" actId="1076"/>
          <ac:picMkLst>
            <pc:docMk/>
            <pc:sldMk cId="4220145611" sldId="261"/>
            <ac:picMk id="58" creationId="{2A3AD447-7E56-355B-C6E4-F975CFC5DD5E}"/>
          </ac:picMkLst>
        </pc:picChg>
        <pc:cxnChg chg="add mod">
          <ac:chgData name="渡辺　晃佑" userId="389c99e7-d706-4adf-bfd7-c02344591d2e" providerId="ADAL" clId="{AC6E613E-CCFF-4109-A72B-6327D2FA4AE1}" dt="2026-03-05T08:49:01.940" v="80322" actId="208"/>
          <ac:cxnSpMkLst>
            <pc:docMk/>
            <pc:sldMk cId="4220145611" sldId="261"/>
            <ac:cxnSpMk id="26" creationId="{D0C621FF-CFEA-B421-F681-5AE7904CD989}"/>
          </ac:cxnSpMkLst>
        </pc:cxnChg>
        <pc:cxnChg chg="add mod">
          <ac:chgData name="渡辺　晃佑" userId="389c99e7-d706-4adf-bfd7-c02344591d2e" providerId="ADAL" clId="{AC6E613E-CCFF-4109-A72B-6327D2FA4AE1}" dt="2026-03-05T08:40:00.671" v="80093" actId="1036"/>
          <ac:cxnSpMkLst>
            <pc:docMk/>
            <pc:sldMk cId="4220145611" sldId="261"/>
            <ac:cxnSpMk id="32" creationId="{2E6065DF-51BF-427C-D069-C8720B769656}"/>
          </ac:cxnSpMkLst>
        </pc:cxnChg>
      </pc:sldChg>
      <pc:sldChg chg="addSp delSp modSp new mod addAnim delAnim modAnim modNotesTx">
        <pc:chgData name="渡辺　晃佑" userId="389c99e7-d706-4adf-bfd7-c02344591d2e" providerId="ADAL" clId="{AC6E613E-CCFF-4109-A72B-6327D2FA4AE1}" dt="2026-03-12T09:26:10.459" v="97019" actId="478"/>
        <pc:sldMkLst>
          <pc:docMk/>
          <pc:sldMk cId="1786614121" sldId="262"/>
        </pc:sldMkLst>
        <pc:spChg chg="mod">
          <ac:chgData name="渡辺　晃佑" userId="389c99e7-d706-4adf-bfd7-c02344591d2e" providerId="ADAL" clId="{AC6E613E-CCFF-4109-A72B-6327D2FA4AE1}" dt="2026-03-03T10:26:36.181" v="70155" actId="1076"/>
          <ac:spMkLst>
            <pc:docMk/>
            <pc:sldMk cId="1786614121" sldId="262"/>
            <ac:spMk id="2" creationId="{8CE4A28D-F64D-FF8B-C439-FEB636B2621A}"/>
          </ac:spMkLst>
        </pc:spChg>
        <pc:spChg chg="add mod">
          <ac:chgData name="渡辺　晃佑" userId="389c99e7-d706-4adf-bfd7-c02344591d2e" providerId="ADAL" clId="{AC6E613E-CCFF-4109-A72B-6327D2FA4AE1}" dt="2026-03-05T10:51:02.751" v="81512" actId="1076"/>
          <ac:spMkLst>
            <pc:docMk/>
            <pc:sldMk cId="1786614121" sldId="262"/>
            <ac:spMk id="3" creationId="{1C18A7BF-5574-D978-920F-ED51F76CAFCE}"/>
          </ac:spMkLst>
        </pc:spChg>
        <pc:spChg chg="add">
          <ac:chgData name="渡辺　晃佑" userId="389c99e7-d706-4adf-bfd7-c02344591d2e" providerId="ADAL" clId="{AC6E613E-CCFF-4109-A72B-6327D2FA4AE1}" dt="2026-03-03T08:03:48.027" v="68070"/>
          <ac:spMkLst>
            <pc:docMk/>
            <pc:sldMk cId="1786614121" sldId="262"/>
            <ac:spMk id="4" creationId="{5BDBD8D4-B18A-F678-85D8-AB607538FE0E}"/>
          </ac:spMkLst>
        </pc:spChg>
        <pc:spChg chg="add mod">
          <ac:chgData name="渡辺　晃佑" userId="389c99e7-d706-4adf-bfd7-c02344591d2e" providerId="ADAL" clId="{AC6E613E-CCFF-4109-A72B-6327D2FA4AE1}" dt="2026-03-06T02:15:12.088" v="83895" actId="1076"/>
          <ac:spMkLst>
            <pc:docMk/>
            <pc:sldMk cId="1786614121" sldId="262"/>
            <ac:spMk id="8" creationId="{4B167CAD-E15B-1881-620B-37E0AE3D78B7}"/>
          </ac:spMkLst>
        </pc:spChg>
        <pc:spChg chg="add del mod">
          <ac:chgData name="渡辺　晃佑" userId="389c99e7-d706-4adf-bfd7-c02344591d2e" providerId="ADAL" clId="{AC6E613E-CCFF-4109-A72B-6327D2FA4AE1}" dt="2026-03-12T09:26:10.459" v="97019" actId="478"/>
          <ac:spMkLst>
            <pc:docMk/>
            <pc:sldMk cId="1786614121" sldId="262"/>
            <ac:spMk id="12" creationId="{0D0D9E44-3FF1-B648-0916-488B75FA6F19}"/>
          </ac:spMkLst>
        </pc:spChg>
        <pc:spChg chg="add mod">
          <ac:chgData name="渡辺　晃佑" userId="389c99e7-d706-4adf-bfd7-c02344591d2e" providerId="ADAL" clId="{AC6E613E-CCFF-4109-A72B-6327D2FA4AE1}" dt="2026-03-06T02:16:25.544" v="83928" actId="1076"/>
          <ac:spMkLst>
            <pc:docMk/>
            <pc:sldMk cId="1786614121" sldId="262"/>
            <ac:spMk id="16" creationId="{F69FCC98-AB0C-7103-E7FB-3D1E35593158}"/>
          </ac:spMkLst>
        </pc:spChg>
        <pc:spChg chg="add mod ord">
          <ac:chgData name="渡辺　晃佑" userId="389c99e7-d706-4adf-bfd7-c02344591d2e" providerId="ADAL" clId="{AC6E613E-CCFF-4109-A72B-6327D2FA4AE1}" dt="2026-03-06T02:16:11.325" v="83926" actId="166"/>
          <ac:spMkLst>
            <pc:docMk/>
            <pc:sldMk cId="1786614121" sldId="262"/>
            <ac:spMk id="20" creationId="{2336E8C9-3710-AB8F-0AC0-79029F6B9076}"/>
          </ac:spMkLst>
        </pc:spChg>
        <pc:spChg chg="add mod">
          <ac:chgData name="渡辺　晃佑" userId="389c99e7-d706-4adf-bfd7-c02344591d2e" providerId="ADAL" clId="{AC6E613E-CCFF-4109-A72B-6327D2FA4AE1}" dt="2026-03-06T07:21:53.043" v="88739" actId="20577"/>
          <ac:spMkLst>
            <pc:docMk/>
            <pc:sldMk cId="1786614121" sldId="262"/>
            <ac:spMk id="22" creationId="{508D1F6C-4CFD-21AE-FAE5-CC35EB1149EF}"/>
          </ac:spMkLst>
        </pc:spChg>
        <pc:spChg chg="add mod ord">
          <ac:chgData name="渡辺　晃佑" userId="389c99e7-d706-4adf-bfd7-c02344591d2e" providerId="ADAL" clId="{AC6E613E-CCFF-4109-A72B-6327D2FA4AE1}" dt="2026-03-06T02:19:40.736" v="83947" actId="166"/>
          <ac:spMkLst>
            <pc:docMk/>
            <pc:sldMk cId="1786614121" sldId="262"/>
            <ac:spMk id="24" creationId="{4CDA04A0-56AA-551E-8CB9-FF3C427DB3C7}"/>
          </ac:spMkLst>
        </pc:spChg>
        <pc:spChg chg="add mod">
          <ac:chgData name="渡辺　晃佑" userId="389c99e7-d706-4adf-bfd7-c02344591d2e" providerId="ADAL" clId="{AC6E613E-CCFF-4109-A72B-6327D2FA4AE1}" dt="2026-03-05T09:18:15.252" v="80648" actId="14100"/>
          <ac:spMkLst>
            <pc:docMk/>
            <pc:sldMk cId="1786614121" sldId="262"/>
            <ac:spMk id="54" creationId="{B48846FF-014E-CC04-08EF-9AEC7FD44278}"/>
          </ac:spMkLst>
        </pc:spChg>
        <pc:spChg chg="add mod">
          <ac:chgData name="渡辺　晃佑" userId="389c99e7-d706-4adf-bfd7-c02344591d2e" providerId="ADAL" clId="{AC6E613E-CCFF-4109-A72B-6327D2FA4AE1}" dt="2026-03-05T09:18:05.354" v="80644" actId="1076"/>
          <ac:spMkLst>
            <pc:docMk/>
            <pc:sldMk cId="1786614121" sldId="262"/>
            <ac:spMk id="55" creationId="{95AC9888-676C-DE25-6517-D8C129CDC8DD}"/>
          </ac:spMkLst>
        </pc:spChg>
        <pc:spChg chg="add mod">
          <ac:chgData name="渡辺　晃佑" userId="389c99e7-d706-4adf-bfd7-c02344591d2e" providerId="ADAL" clId="{AC6E613E-CCFF-4109-A72B-6327D2FA4AE1}" dt="2026-03-05T12:14:35.239" v="83467" actId="1076"/>
          <ac:spMkLst>
            <pc:docMk/>
            <pc:sldMk cId="1786614121" sldId="262"/>
            <ac:spMk id="60" creationId="{AFF0C130-609F-8709-637C-DB544B743535}"/>
          </ac:spMkLst>
        </pc:spChg>
        <pc:spChg chg="add mod">
          <ac:chgData name="渡辺　晃佑" userId="389c99e7-d706-4adf-bfd7-c02344591d2e" providerId="ADAL" clId="{AC6E613E-CCFF-4109-A72B-6327D2FA4AE1}" dt="2026-03-05T12:14:35.239" v="83467" actId="1076"/>
          <ac:spMkLst>
            <pc:docMk/>
            <pc:sldMk cId="1786614121" sldId="262"/>
            <ac:spMk id="61" creationId="{92896183-E5C3-5776-6013-477E78C51E3C}"/>
          </ac:spMkLst>
        </pc:spChg>
        <pc:spChg chg="add mod">
          <ac:chgData name="渡辺　晃佑" userId="389c99e7-d706-4adf-bfd7-c02344591d2e" providerId="ADAL" clId="{AC6E613E-CCFF-4109-A72B-6327D2FA4AE1}" dt="2026-03-05T12:14:35.239" v="83467" actId="1076"/>
          <ac:spMkLst>
            <pc:docMk/>
            <pc:sldMk cId="1786614121" sldId="262"/>
            <ac:spMk id="62" creationId="{7FD44CA0-C180-AC90-D83B-33BA11F073A4}"/>
          </ac:spMkLst>
        </pc:spChg>
        <pc:spChg chg="add mod">
          <ac:chgData name="渡辺　晃佑" userId="389c99e7-d706-4adf-bfd7-c02344591d2e" providerId="ADAL" clId="{AC6E613E-CCFF-4109-A72B-6327D2FA4AE1}" dt="2026-03-05T12:14:35.239" v="83467" actId="1076"/>
          <ac:spMkLst>
            <pc:docMk/>
            <pc:sldMk cId="1786614121" sldId="262"/>
            <ac:spMk id="63" creationId="{2F11DA92-A670-8C0A-8DBD-52D7A715447E}"/>
          </ac:spMkLst>
        </pc:spChg>
        <pc:spChg chg="add mod">
          <ac:chgData name="渡辺　晃佑" userId="389c99e7-d706-4adf-bfd7-c02344591d2e" providerId="ADAL" clId="{AC6E613E-CCFF-4109-A72B-6327D2FA4AE1}" dt="2026-03-06T06:07:07.797" v="87004" actId="20577"/>
          <ac:spMkLst>
            <pc:docMk/>
            <pc:sldMk cId="1786614121" sldId="262"/>
            <ac:spMk id="65" creationId="{562C1563-39CE-1DA2-69D6-DE02C53A2CF7}"/>
          </ac:spMkLst>
        </pc:spChg>
        <pc:grpChg chg="add mod ord">
          <ac:chgData name="渡辺　晃佑" userId="389c99e7-d706-4adf-bfd7-c02344591d2e" providerId="ADAL" clId="{AC6E613E-CCFF-4109-A72B-6327D2FA4AE1}" dt="2026-03-06T02:16:15.524" v="83927" actId="166"/>
          <ac:grpSpMkLst>
            <pc:docMk/>
            <pc:sldMk cId="1786614121" sldId="262"/>
            <ac:grpSpMk id="25" creationId="{CAC1ECBE-E8CE-8F5B-5F86-22A6BA620E30}"/>
          </ac:grpSpMkLst>
        </pc:grpChg>
        <pc:grpChg chg="add mod">
          <ac:chgData name="渡辺　晃佑" userId="389c99e7-d706-4adf-bfd7-c02344591d2e" providerId="ADAL" clId="{AC6E613E-CCFF-4109-A72B-6327D2FA4AE1}" dt="2026-03-05T10:50:39.583" v="81509" actId="1076"/>
          <ac:grpSpMkLst>
            <pc:docMk/>
            <pc:sldMk cId="1786614121" sldId="262"/>
            <ac:grpSpMk id="56" creationId="{D822F6EF-9970-71B5-8116-DE7617E6A2D4}"/>
          </ac:grpSpMkLst>
        </pc:grpChg>
        <pc:grpChg chg="add mod">
          <ac:chgData name="渡辺　晃佑" userId="389c99e7-d706-4adf-bfd7-c02344591d2e" providerId="ADAL" clId="{AC6E613E-CCFF-4109-A72B-6327D2FA4AE1}" dt="2026-03-05T12:14:35.239" v="83467" actId="1076"/>
          <ac:grpSpMkLst>
            <pc:docMk/>
            <pc:sldMk cId="1786614121" sldId="262"/>
            <ac:grpSpMk id="66" creationId="{ABE38019-B042-EFF9-BCB6-01D273723FC1}"/>
          </ac:grpSpMkLst>
        </pc:grpChg>
        <pc:graphicFrameChg chg="add mod ord">
          <ac:chgData name="渡辺　晃佑" userId="389c99e7-d706-4adf-bfd7-c02344591d2e" providerId="ADAL" clId="{AC6E613E-CCFF-4109-A72B-6327D2FA4AE1}" dt="2026-03-07T14:02:31.073" v="93886" actId="113"/>
          <ac:graphicFrameMkLst>
            <pc:docMk/>
            <pc:sldMk cId="1786614121" sldId="262"/>
            <ac:graphicFrameMk id="7" creationId="{79E09034-CA5B-A63C-7078-4AA11CA67B1D}"/>
          </ac:graphicFrameMkLst>
        </pc:graphicFrameChg>
        <pc:graphicFrameChg chg="add mod ord modGraphic">
          <ac:chgData name="渡辺　晃佑" userId="389c99e7-d706-4adf-bfd7-c02344591d2e" providerId="ADAL" clId="{AC6E613E-CCFF-4109-A72B-6327D2FA4AE1}" dt="2026-03-07T17:45:54.624" v="96270" actId="20577"/>
          <ac:graphicFrameMkLst>
            <pc:docMk/>
            <pc:sldMk cId="1786614121" sldId="262"/>
            <ac:graphicFrameMk id="10" creationId="{08329FD3-94CA-C534-B738-D89B613C9554}"/>
          </ac:graphicFrameMkLst>
        </pc:graphicFrameChg>
        <pc:picChg chg="add mod">
          <ac:chgData name="渡辺　晃佑" userId="389c99e7-d706-4adf-bfd7-c02344591d2e" providerId="ADAL" clId="{AC6E613E-CCFF-4109-A72B-6327D2FA4AE1}" dt="2026-03-05T10:50:39.583" v="81509" actId="1076"/>
          <ac:picMkLst>
            <pc:docMk/>
            <pc:sldMk cId="1786614121" sldId="262"/>
            <ac:picMk id="17" creationId="{2A0268E4-DA02-4F9D-B80E-56B34C48A973}"/>
          </ac:picMkLst>
        </pc:picChg>
        <pc:picChg chg="add mod">
          <ac:chgData name="渡辺　晃佑" userId="389c99e7-d706-4adf-bfd7-c02344591d2e" providerId="ADAL" clId="{AC6E613E-CCFF-4109-A72B-6327D2FA4AE1}" dt="2026-03-05T12:14:35.239" v="83467" actId="1076"/>
          <ac:picMkLst>
            <pc:docMk/>
            <pc:sldMk cId="1786614121" sldId="262"/>
            <ac:picMk id="59" creationId="{F5382AC7-87F6-00D3-67FF-BC1C7D2FE3EA}"/>
          </ac:picMkLst>
        </pc:picChg>
        <pc:cxnChg chg="add del mod">
          <ac:chgData name="渡辺　晃佑" userId="389c99e7-d706-4adf-bfd7-c02344591d2e" providerId="ADAL" clId="{AC6E613E-CCFF-4109-A72B-6327D2FA4AE1}" dt="2026-03-12T09:26:10.081" v="97018" actId="478"/>
          <ac:cxnSpMkLst>
            <pc:docMk/>
            <pc:sldMk cId="1786614121" sldId="262"/>
            <ac:cxnSpMk id="5" creationId="{5A31E5CE-2C45-5853-2A08-18F70091A986}"/>
          </ac:cxnSpMkLst>
        </pc:cxnChg>
      </pc:sldChg>
      <pc:sldChg chg="addSp delSp modSp new mod ord modAnim modNotesTx">
        <pc:chgData name="渡辺　晃佑" userId="389c99e7-d706-4adf-bfd7-c02344591d2e" providerId="ADAL" clId="{AC6E613E-CCFF-4109-A72B-6327D2FA4AE1}" dt="2026-03-12T13:04:54.584" v="97493" actId="20577"/>
        <pc:sldMkLst>
          <pc:docMk/>
          <pc:sldMk cId="3067819712" sldId="264"/>
        </pc:sldMkLst>
        <pc:spChg chg="mod">
          <ac:chgData name="渡辺　晃佑" userId="389c99e7-d706-4adf-bfd7-c02344591d2e" providerId="ADAL" clId="{AC6E613E-CCFF-4109-A72B-6327D2FA4AE1}" dt="2026-02-17T09:07:29.344" v="44546" actId="20577"/>
          <ac:spMkLst>
            <pc:docMk/>
            <pc:sldMk cId="3067819712" sldId="264"/>
            <ac:spMk id="2" creationId="{EFAE5A8C-3DB0-DFC2-C392-1725E659F794}"/>
          </ac:spMkLst>
        </pc:spChg>
        <pc:spChg chg="add del mod ord">
          <ac:chgData name="渡辺　晃佑" userId="389c99e7-d706-4adf-bfd7-c02344591d2e" providerId="ADAL" clId="{AC6E613E-CCFF-4109-A72B-6327D2FA4AE1}" dt="2026-03-06T07:00:53.910" v="88068" actId="1076"/>
          <ac:spMkLst>
            <pc:docMk/>
            <pc:sldMk cId="3067819712" sldId="264"/>
            <ac:spMk id="3" creationId="{84CFE459-3B0B-8B63-70CF-3C80E955BC8C}"/>
          </ac:spMkLst>
        </pc:spChg>
        <pc:spChg chg="add">
          <ac:chgData name="渡辺　晃佑" userId="389c99e7-d706-4adf-bfd7-c02344591d2e" providerId="ADAL" clId="{AC6E613E-CCFF-4109-A72B-6327D2FA4AE1}" dt="2026-03-03T08:03:48.027" v="68070"/>
          <ac:spMkLst>
            <pc:docMk/>
            <pc:sldMk cId="3067819712" sldId="264"/>
            <ac:spMk id="4" creationId="{A6CF531E-094E-7D66-9A9F-F580D67A4535}"/>
          </ac:spMkLst>
        </pc:spChg>
        <pc:spChg chg="add del mod">
          <ac:chgData name="渡辺　晃佑" userId="389c99e7-d706-4adf-bfd7-c02344591d2e" providerId="ADAL" clId="{AC6E613E-CCFF-4109-A72B-6327D2FA4AE1}" dt="2026-03-06T07:05:22.452" v="88143" actId="1076"/>
          <ac:spMkLst>
            <pc:docMk/>
            <pc:sldMk cId="3067819712" sldId="264"/>
            <ac:spMk id="10" creationId="{92ED98C9-0456-50F7-758D-0E16E285D573}"/>
          </ac:spMkLst>
        </pc:spChg>
        <pc:spChg chg="add mod">
          <ac:chgData name="渡辺　晃佑" userId="389c99e7-d706-4adf-bfd7-c02344591d2e" providerId="ADAL" clId="{AC6E613E-CCFF-4109-A72B-6327D2FA4AE1}" dt="2026-03-06T07:02:52.278" v="88124" actId="20577"/>
          <ac:spMkLst>
            <pc:docMk/>
            <pc:sldMk cId="3067819712" sldId="264"/>
            <ac:spMk id="13" creationId="{90E8C56E-F157-BD2F-E93E-C7322C053CA3}"/>
          </ac:spMkLst>
        </pc:spChg>
        <pc:spChg chg="add mod">
          <ac:chgData name="渡辺　晃佑" userId="389c99e7-d706-4adf-bfd7-c02344591d2e" providerId="ADAL" clId="{AC6E613E-CCFF-4109-A72B-6327D2FA4AE1}" dt="2026-03-06T07:05:01.531" v="88138" actId="1036"/>
          <ac:spMkLst>
            <pc:docMk/>
            <pc:sldMk cId="3067819712" sldId="264"/>
            <ac:spMk id="14" creationId="{ACE3A6EF-761B-8DB1-363A-44CFFA2ACE16}"/>
          </ac:spMkLst>
        </pc:spChg>
        <pc:spChg chg="add mod">
          <ac:chgData name="渡辺　晃佑" userId="389c99e7-d706-4adf-bfd7-c02344591d2e" providerId="ADAL" clId="{AC6E613E-CCFF-4109-A72B-6327D2FA4AE1}" dt="2026-03-12T01:05:19.030" v="96795" actId="555"/>
          <ac:spMkLst>
            <pc:docMk/>
            <pc:sldMk cId="3067819712" sldId="264"/>
            <ac:spMk id="15" creationId="{DD2A27F6-249B-BAA7-A70B-7CEF83EF2066}"/>
          </ac:spMkLst>
        </pc:spChg>
        <pc:spChg chg="add mod ord">
          <ac:chgData name="渡辺　晃佑" userId="389c99e7-d706-4adf-bfd7-c02344591d2e" providerId="ADAL" clId="{AC6E613E-CCFF-4109-A72B-6327D2FA4AE1}" dt="2026-03-07T15:15:39.609" v="94743" actId="1035"/>
          <ac:spMkLst>
            <pc:docMk/>
            <pc:sldMk cId="3067819712" sldId="264"/>
            <ac:spMk id="22" creationId="{5F3F079E-11ED-468A-72E9-AEE509ACB1CC}"/>
          </ac:spMkLst>
        </pc:spChg>
        <pc:spChg chg="add mod">
          <ac:chgData name="渡辺　晃佑" userId="389c99e7-d706-4adf-bfd7-c02344591d2e" providerId="ADAL" clId="{AC6E613E-CCFF-4109-A72B-6327D2FA4AE1}" dt="2026-03-07T15:02:56.027" v="94396" actId="1076"/>
          <ac:spMkLst>
            <pc:docMk/>
            <pc:sldMk cId="3067819712" sldId="264"/>
            <ac:spMk id="23" creationId="{AD1428C4-5E7F-A19D-A0B0-1B1E249921CA}"/>
          </ac:spMkLst>
        </pc:spChg>
        <pc:spChg chg="add mod ord">
          <ac:chgData name="渡辺　晃佑" userId="389c99e7-d706-4adf-bfd7-c02344591d2e" providerId="ADAL" clId="{AC6E613E-CCFF-4109-A72B-6327D2FA4AE1}" dt="2026-03-07T15:15:39.609" v="94743" actId="1035"/>
          <ac:spMkLst>
            <pc:docMk/>
            <pc:sldMk cId="3067819712" sldId="264"/>
            <ac:spMk id="24" creationId="{AAA20A50-09FB-1C9A-884D-8AC2A80E5644}"/>
          </ac:spMkLst>
        </pc:spChg>
        <pc:spChg chg="add mod">
          <ac:chgData name="渡辺　晃佑" userId="389c99e7-d706-4adf-bfd7-c02344591d2e" providerId="ADAL" clId="{AC6E613E-CCFF-4109-A72B-6327D2FA4AE1}" dt="2026-03-07T15:15:39.609" v="94743" actId="1035"/>
          <ac:spMkLst>
            <pc:docMk/>
            <pc:sldMk cId="3067819712" sldId="264"/>
            <ac:spMk id="25" creationId="{57F421B4-3A7B-4720-0450-F5CF932EEAD4}"/>
          </ac:spMkLst>
        </pc:spChg>
        <pc:spChg chg="add mod">
          <ac:chgData name="渡辺　晃佑" userId="389c99e7-d706-4adf-bfd7-c02344591d2e" providerId="ADAL" clId="{AC6E613E-CCFF-4109-A72B-6327D2FA4AE1}" dt="2026-03-06T05:52:08.220" v="86313" actId="1076"/>
          <ac:spMkLst>
            <pc:docMk/>
            <pc:sldMk cId="3067819712" sldId="264"/>
            <ac:spMk id="30" creationId="{693F7CBB-3BB9-6355-1FC9-10FC7297BC3B}"/>
          </ac:spMkLst>
        </pc:spChg>
        <pc:spChg chg="mod">
          <ac:chgData name="渡辺　晃佑" userId="389c99e7-d706-4adf-bfd7-c02344591d2e" providerId="ADAL" clId="{AC6E613E-CCFF-4109-A72B-6327D2FA4AE1}" dt="2026-03-06T05:52:11.835" v="86314" actId="1076"/>
          <ac:spMkLst>
            <pc:docMk/>
            <pc:sldMk cId="3067819712" sldId="264"/>
            <ac:spMk id="31" creationId="{B28D9B68-0578-73B0-E825-317C686E1255}"/>
          </ac:spMkLst>
        </pc:spChg>
        <pc:spChg chg="add mod">
          <ac:chgData name="渡辺　晃佑" userId="389c99e7-d706-4adf-bfd7-c02344591d2e" providerId="ADAL" clId="{AC6E613E-CCFF-4109-A72B-6327D2FA4AE1}" dt="2026-03-12T01:05:19.030" v="96795" actId="555"/>
          <ac:spMkLst>
            <pc:docMk/>
            <pc:sldMk cId="3067819712" sldId="264"/>
            <ac:spMk id="32" creationId="{4BCB1538-7F3A-161B-8848-DB952EB19BCF}"/>
          </ac:spMkLst>
        </pc:spChg>
        <pc:spChg chg="add mod">
          <ac:chgData name="渡辺　晃佑" userId="389c99e7-d706-4adf-bfd7-c02344591d2e" providerId="ADAL" clId="{AC6E613E-CCFF-4109-A72B-6327D2FA4AE1}" dt="2026-03-06T07:04:39.451" v="88136" actId="1076"/>
          <ac:spMkLst>
            <pc:docMk/>
            <pc:sldMk cId="3067819712" sldId="264"/>
            <ac:spMk id="34" creationId="{2EF4AD3A-31A8-5512-9620-A01ABC9A46D9}"/>
          </ac:spMkLst>
        </pc:spChg>
        <pc:spChg chg="add mod">
          <ac:chgData name="渡辺　晃佑" userId="389c99e7-d706-4adf-bfd7-c02344591d2e" providerId="ADAL" clId="{AC6E613E-CCFF-4109-A72B-6327D2FA4AE1}" dt="2026-03-06T07:05:18.865" v="88142" actId="1076"/>
          <ac:spMkLst>
            <pc:docMk/>
            <pc:sldMk cId="3067819712" sldId="264"/>
            <ac:spMk id="35" creationId="{DC0BE6ED-0B21-6553-9B59-B3A5AEB735F0}"/>
          </ac:spMkLst>
        </pc:spChg>
        <pc:spChg chg="mod">
          <ac:chgData name="渡辺　晃佑" userId="389c99e7-d706-4adf-bfd7-c02344591d2e" providerId="ADAL" clId="{AC6E613E-CCFF-4109-A72B-6327D2FA4AE1}" dt="2026-03-06T07:00:53.910" v="88068" actId="1076"/>
          <ac:spMkLst>
            <pc:docMk/>
            <pc:sldMk cId="3067819712" sldId="264"/>
            <ac:spMk id="47" creationId="{C0D1BA75-8233-B2BA-0836-7256398FD6A9}"/>
          </ac:spMkLst>
        </pc:spChg>
        <pc:spChg chg="mod">
          <ac:chgData name="渡辺　晃佑" userId="389c99e7-d706-4adf-bfd7-c02344591d2e" providerId="ADAL" clId="{AC6E613E-CCFF-4109-A72B-6327D2FA4AE1}" dt="2026-03-06T07:00:53.910" v="88068" actId="1076"/>
          <ac:spMkLst>
            <pc:docMk/>
            <pc:sldMk cId="3067819712" sldId="264"/>
            <ac:spMk id="48" creationId="{EED17E77-27FE-5AD8-285E-A72DC3391872}"/>
          </ac:spMkLst>
        </pc:spChg>
        <pc:spChg chg="add mod ord">
          <ac:chgData name="渡辺　晃佑" userId="389c99e7-d706-4adf-bfd7-c02344591d2e" providerId="ADAL" clId="{AC6E613E-CCFF-4109-A72B-6327D2FA4AE1}" dt="2026-03-06T07:01:32.258" v="88075" actId="166"/>
          <ac:spMkLst>
            <pc:docMk/>
            <pc:sldMk cId="3067819712" sldId="264"/>
            <ac:spMk id="49" creationId="{4357445E-3EEF-577F-4C94-95523DCAF1C9}"/>
          </ac:spMkLst>
        </pc:spChg>
        <pc:spChg chg="add mod">
          <ac:chgData name="渡辺　晃佑" userId="389c99e7-d706-4adf-bfd7-c02344591d2e" providerId="ADAL" clId="{AC6E613E-CCFF-4109-A72B-6327D2FA4AE1}" dt="2026-03-07T15:15:39.609" v="94743" actId="1035"/>
          <ac:spMkLst>
            <pc:docMk/>
            <pc:sldMk cId="3067819712" sldId="264"/>
            <ac:spMk id="56" creationId="{FBDBAC0C-2C46-7EDF-18FF-B9016E8ED460}"/>
          </ac:spMkLst>
        </pc:spChg>
        <pc:spChg chg="add mod">
          <ac:chgData name="渡辺　晃佑" userId="389c99e7-d706-4adf-bfd7-c02344591d2e" providerId="ADAL" clId="{AC6E613E-CCFF-4109-A72B-6327D2FA4AE1}" dt="2026-03-07T15:15:39.609" v="94743" actId="1035"/>
          <ac:spMkLst>
            <pc:docMk/>
            <pc:sldMk cId="3067819712" sldId="264"/>
            <ac:spMk id="57" creationId="{DE608C54-8DB7-4416-7E03-2CB36F88D96C}"/>
          </ac:spMkLst>
        </pc:spChg>
        <pc:spChg chg="add mod">
          <ac:chgData name="渡辺　晃佑" userId="389c99e7-d706-4adf-bfd7-c02344591d2e" providerId="ADAL" clId="{AC6E613E-CCFF-4109-A72B-6327D2FA4AE1}" dt="2026-03-07T15:15:39.609" v="94743" actId="1035"/>
          <ac:spMkLst>
            <pc:docMk/>
            <pc:sldMk cId="3067819712" sldId="264"/>
            <ac:spMk id="58" creationId="{569C44D1-FE04-6A53-4DDA-EBDC1A00B1BE}"/>
          </ac:spMkLst>
        </pc:spChg>
        <pc:spChg chg="add mod">
          <ac:chgData name="渡辺　晃佑" userId="389c99e7-d706-4adf-bfd7-c02344591d2e" providerId="ADAL" clId="{AC6E613E-CCFF-4109-A72B-6327D2FA4AE1}" dt="2026-03-07T15:15:39.609" v="94743" actId="1035"/>
          <ac:spMkLst>
            <pc:docMk/>
            <pc:sldMk cId="3067819712" sldId="264"/>
            <ac:spMk id="59" creationId="{60A31834-18CD-B552-E27B-D79E189B02B0}"/>
          </ac:spMkLst>
        </pc:spChg>
        <pc:spChg chg="add mod">
          <ac:chgData name="渡辺　晃佑" userId="389c99e7-d706-4adf-bfd7-c02344591d2e" providerId="ADAL" clId="{AC6E613E-CCFF-4109-A72B-6327D2FA4AE1}" dt="2026-03-06T07:00:53.910" v="88068" actId="1076"/>
          <ac:spMkLst>
            <pc:docMk/>
            <pc:sldMk cId="3067819712" sldId="264"/>
            <ac:spMk id="60" creationId="{542BE6F6-3455-BF7E-BA9B-F78A578E481B}"/>
          </ac:spMkLst>
        </pc:spChg>
        <pc:spChg chg="add mod">
          <ac:chgData name="渡辺　晃佑" userId="389c99e7-d706-4adf-bfd7-c02344591d2e" providerId="ADAL" clId="{AC6E613E-CCFF-4109-A72B-6327D2FA4AE1}" dt="2026-03-06T07:00:53.910" v="88068" actId="1076"/>
          <ac:spMkLst>
            <pc:docMk/>
            <pc:sldMk cId="3067819712" sldId="264"/>
            <ac:spMk id="62" creationId="{C0FC94FD-2712-5F6F-9092-DCE9CCCAA36D}"/>
          </ac:spMkLst>
        </pc:spChg>
        <pc:spChg chg="add mod ord">
          <ac:chgData name="渡辺　晃佑" userId="389c99e7-d706-4adf-bfd7-c02344591d2e" providerId="ADAL" clId="{AC6E613E-CCFF-4109-A72B-6327D2FA4AE1}" dt="2026-03-07T15:15:39.609" v="94743" actId="1035"/>
          <ac:spMkLst>
            <pc:docMk/>
            <pc:sldMk cId="3067819712" sldId="264"/>
            <ac:spMk id="65" creationId="{45DE71AE-9BE5-1321-951F-F585F1CB9DDF}"/>
          </ac:spMkLst>
        </pc:spChg>
        <pc:grpChg chg="add mod">
          <ac:chgData name="渡辺　晃佑" userId="389c99e7-d706-4adf-bfd7-c02344591d2e" providerId="ADAL" clId="{AC6E613E-CCFF-4109-A72B-6327D2FA4AE1}" dt="2026-03-06T07:00:29.069" v="88063" actId="1076"/>
          <ac:grpSpMkLst>
            <pc:docMk/>
            <pc:sldMk cId="3067819712" sldId="264"/>
            <ac:grpSpMk id="41" creationId="{91907C46-75A9-0F41-8F04-21C83B0F5F52}"/>
          </ac:grpSpMkLst>
        </pc:grpChg>
        <pc:grpChg chg="add mod">
          <ac:chgData name="渡辺　晃佑" userId="389c99e7-d706-4adf-bfd7-c02344591d2e" providerId="ADAL" clId="{AC6E613E-CCFF-4109-A72B-6327D2FA4AE1}" dt="2026-03-06T07:00:29.069" v="88063" actId="1076"/>
          <ac:grpSpMkLst>
            <pc:docMk/>
            <pc:sldMk cId="3067819712" sldId="264"/>
            <ac:grpSpMk id="42" creationId="{6D209DD3-DA04-5FE1-F55C-276059155E5C}"/>
          </ac:grpSpMkLst>
        </pc:grpChg>
        <pc:grpChg chg="mod">
          <ac:chgData name="渡辺　晃佑" userId="389c99e7-d706-4adf-bfd7-c02344591d2e" providerId="ADAL" clId="{AC6E613E-CCFF-4109-A72B-6327D2FA4AE1}" dt="2026-02-19T11:54:04.622" v="48749" actId="1076"/>
          <ac:grpSpMkLst>
            <pc:docMk/>
            <pc:sldMk cId="3067819712" sldId="264"/>
            <ac:grpSpMk id="46" creationId="{EED486AF-BF74-703A-9BD8-7C3AC45C02E8}"/>
          </ac:grpSpMkLst>
        </pc:grpChg>
        <pc:graphicFrameChg chg="add mod modGraphic">
          <ac:chgData name="渡辺　晃佑" userId="389c99e7-d706-4adf-bfd7-c02344591d2e" providerId="ADAL" clId="{AC6E613E-CCFF-4109-A72B-6327D2FA4AE1}" dt="2026-03-07T15:15:39.609" v="94743" actId="1035"/>
          <ac:graphicFrameMkLst>
            <pc:docMk/>
            <pc:sldMk cId="3067819712" sldId="264"/>
            <ac:graphicFrameMk id="5" creationId="{9AB44536-FFFF-716F-84BB-73044E7644E5}"/>
          </ac:graphicFrameMkLst>
        </pc:graphicFrameChg>
        <pc:graphicFrameChg chg="add mod modGraphic">
          <ac:chgData name="渡辺　晃佑" userId="389c99e7-d706-4adf-bfd7-c02344591d2e" providerId="ADAL" clId="{AC6E613E-CCFF-4109-A72B-6327D2FA4AE1}" dt="2026-03-07T15:06:22.883" v="94450" actId="14100"/>
          <ac:graphicFrameMkLst>
            <pc:docMk/>
            <pc:sldMk cId="3067819712" sldId="264"/>
            <ac:graphicFrameMk id="16" creationId="{1437E3B4-7B50-CB59-B2FC-A39F062A6008}"/>
          </ac:graphicFrameMkLst>
        </pc:graphicFrameChg>
        <pc:graphicFrameChg chg="add mod modGraphic">
          <ac:chgData name="渡辺　晃佑" userId="389c99e7-d706-4adf-bfd7-c02344591d2e" providerId="ADAL" clId="{AC6E613E-CCFF-4109-A72B-6327D2FA4AE1}" dt="2026-03-07T15:15:39.609" v="94743" actId="1035"/>
          <ac:graphicFrameMkLst>
            <pc:docMk/>
            <pc:sldMk cId="3067819712" sldId="264"/>
            <ac:graphicFrameMk id="55" creationId="{F7997336-B2AA-A8F0-CAB1-C8F66726A64D}"/>
          </ac:graphicFrameMkLst>
        </pc:graphicFrameChg>
        <pc:picChg chg="mod">
          <ac:chgData name="渡辺　晃佑" userId="389c99e7-d706-4adf-bfd7-c02344591d2e" providerId="ADAL" clId="{AC6E613E-CCFF-4109-A72B-6327D2FA4AE1}" dt="2026-03-06T07:00:29.069" v="88063" actId="1076"/>
          <ac:picMkLst>
            <pc:docMk/>
            <pc:sldMk cId="3067819712" sldId="264"/>
            <ac:picMk id="8" creationId="{0FF36206-9B4F-551B-873F-F8BFAC043D7E}"/>
          </ac:picMkLst>
        </pc:picChg>
        <pc:picChg chg="mod">
          <ac:chgData name="渡辺　晃佑" userId="389c99e7-d706-4adf-bfd7-c02344591d2e" providerId="ADAL" clId="{AC6E613E-CCFF-4109-A72B-6327D2FA4AE1}" dt="2026-02-19T11:54:04.622" v="48749" actId="1076"/>
          <ac:picMkLst>
            <pc:docMk/>
            <pc:sldMk cId="3067819712" sldId="264"/>
            <ac:picMk id="20" creationId="{FDCD7A03-7D3E-1D7E-F8A8-0703815CC54E}"/>
          </ac:picMkLst>
        </pc:picChg>
        <pc:picChg chg="add mod">
          <ac:chgData name="渡辺　晃佑" userId="389c99e7-d706-4adf-bfd7-c02344591d2e" providerId="ADAL" clId="{AC6E613E-CCFF-4109-A72B-6327D2FA4AE1}" dt="2026-03-06T07:00:53.910" v="88068" actId="1076"/>
          <ac:picMkLst>
            <pc:docMk/>
            <pc:sldMk cId="3067819712" sldId="264"/>
            <ac:picMk id="50" creationId="{6F1E89CF-49DF-740F-A102-030E68238703}"/>
          </ac:picMkLst>
        </pc:picChg>
        <pc:cxnChg chg="add mod">
          <ac:chgData name="渡辺　晃佑" userId="389c99e7-d706-4adf-bfd7-c02344591d2e" providerId="ADAL" clId="{AC6E613E-CCFF-4109-A72B-6327D2FA4AE1}" dt="2026-03-06T07:00:29.069" v="88063" actId="1076"/>
          <ac:cxnSpMkLst>
            <pc:docMk/>
            <pc:sldMk cId="3067819712" sldId="264"/>
            <ac:cxnSpMk id="6" creationId="{85A8268F-2808-FF27-D3B2-AD2E318F3977}"/>
          </ac:cxnSpMkLst>
        </pc:cxnChg>
        <pc:cxnChg chg="mod">
          <ac:chgData name="渡辺　晃佑" userId="389c99e7-d706-4adf-bfd7-c02344591d2e" providerId="ADAL" clId="{AC6E613E-CCFF-4109-A72B-6327D2FA4AE1}" dt="2026-02-17T09:08:45.029" v="44557" actId="1582"/>
          <ac:cxnSpMkLst>
            <pc:docMk/>
            <pc:sldMk cId="3067819712" sldId="264"/>
            <ac:cxnSpMk id="7" creationId="{29F590B0-E8AC-5AB2-BB5C-38FD1ADCB1A2}"/>
          </ac:cxnSpMkLst>
        </pc:cxnChg>
        <pc:cxnChg chg="add mod">
          <ac:chgData name="渡辺　晃佑" userId="389c99e7-d706-4adf-bfd7-c02344591d2e" providerId="ADAL" clId="{AC6E613E-CCFF-4109-A72B-6327D2FA4AE1}" dt="2026-03-06T07:01:22.892" v="88073" actId="1076"/>
          <ac:cxnSpMkLst>
            <pc:docMk/>
            <pc:sldMk cId="3067819712" sldId="264"/>
            <ac:cxnSpMk id="11" creationId="{0CA03D74-D061-4337-86ED-C95D18F86FA8}"/>
          </ac:cxnSpMkLst>
        </pc:cxnChg>
        <pc:cxnChg chg="add mod">
          <ac:chgData name="渡辺　晃佑" userId="389c99e7-d706-4adf-bfd7-c02344591d2e" providerId="ADAL" clId="{AC6E613E-CCFF-4109-A72B-6327D2FA4AE1}" dt="2026-03-06T07:01:22.892" v="88073" actId="1076"/>
          <ac:cxnSpMkLst>
            <pc:docMk/>
            <pc:sldMk cId="3067819712" sldId="264"/>
            <ac:cxnSpMk id="12" creationId="{3BD2051C-F88F-3BCC-993A-814BC092AF4D}"/>
          </ac:cxnSpMkLst>
        </pc:cxnChg>
        <pc:cxnChg chg="mod topLvl">
          <ac:chgData name="渡辺　晃佑" userId="389c99e7-d706-4adf-bfd7-c02344591d2e" providerId="ADAL" clId="{AC6E613E-CCFF-4109-A72B-6327D2FA4AE1}" dt="2026-03-06T07:00:29.069" v="88063" actId="1076"/>
          <ac:cxnSpMkLst>
            <pc:docMk/>
            <pc:sldMk cId="3067819712" sldId="264"/>
            <ac:cxnSpMk id="17" creationId="{8973B5A6-6273-B190-5B2A-43860F57F294}"/>
          </ac:cxnSpMkLst>
        </pc:cxnChg>
        <pc:cxnChg chg="mod">
          <ac:chgData name="渡辺　晃佑" userId="389c99e7-d706-4adf-bfd7-c02344591d2e" providerId="ADAL" clId="{AC6E613E-CCFF-4109-A72B-6327D2FA4AE1}" dt="2026-02-17T09:08:45.029" v="44557" actId="1582"/>
          <ac:cxnSpMkLst>
            <pc:docMk/>
            <pc:sldMk cId="3067819712" sldId="264"/>
            <ac:cxnSpMk id="18" creationId="{57341082-1E97-04C4-A405-E8E4C81E3A2D}"/>
          </ac:cxnSpMkLst>
        </pc:cxnChg>
        <pc:cxnChg chg="mod">
          <ac:chgData name="渡辺　晃佑" userId="389c99e7-d706-4adf-bfd7-c02344591d2e" providerId="ADAL" clId="{AC6E613E-CCFF-4109-A72B-6327D2FA4AE1}" dt="2026-02-19T11:54:04.622" v="48749" actId="1076"/>
          <ac:cxnSpMkLst>
            <pc:docMk/>
            <pc:sldMk cId="3067819712" sldId="264"/>
            <ac:cxnSpMk id="19" creationId="{DFC4FEA7-B2A2-B99D-CA50-C4200DDF0C3E}"/>
          </ac:cxnSpMkLst>
        </pc:cxnChg>
        <pc:cxnChg chg="add mod ord">
          <ac:chgData name="渡辺　晃佑" userId="389c99e7-d706-4adf-bfd7-c02344591d2e" providerId="ADAL" clId="{AC6E613E-CCFF-4109-A72B-6327D2FA4AE1}" dt="2026-03-07T15:03:05.823" v="94398" actId="166"/>
          <ac:cxnSpMkLst>
            <pc:docMk/>
            <pc:sldMk cId="3067819712" sldId="264"/>
            <ac:cxnSpMk id="21" creationId="{24F1F6D2-2AD1-0525-66E1-B7ED02214720}"/>
          </ac:cxnSpMkLst>
        </pc:cxnChg>
        <pc:cxnChg chg="add mod">
          <ac:chgData name="渡辺　晃佑" userId="389c99e7-d706-4adf-bfd7-c02344591d2e" providerId="ADAL" clId="{AC6E613E-CCFF-4109-A72B-6327D2FA4AE1}" dt="2026-03-04T12:33:57.608" v="78199" actId="164"/>
          <ac:cxnSpMkLst>
            <pc:docMk/>
            <pc:sldMk cId="3067819712" sldId="264"/>
            <ac:cxnSpMk id="37" creationId="{CB788042-0CB6-0983-A0F7-F3F01A5B5E08}"/>
          </ac:cxnSpMkLst>
        </pc:cxnChg>
        <pc:cxnChg chg="mod">
          <ac:chgData name="渡辺　晃佑" userId="389c99e7-d706-4adf-bfd7-c02344591d2e" providerId="ADAL" clId="{AC6E613E-CCFF-4109-A72B-6327D2FA4AE1}" dt="2026-03-04T12:33:58.566" v="78200"/>
          <ac:cxnSpMkLst>
            <pc:docMk/>
            <pc:sldMk cId="3067819712" sldId="264"/>
            <ac:cxnSpMk id="43" creationId="{012A77AF-CB30-41CB-0A46-57ADF83DCA64}"/>
          </ac:cxnSpMkLst>
        </pc:cxnChg>
        <pc:cxnChg chg="mod">
          <ac:chgData name="渡辺　晃佑" userId="389c99e7-d706-4adf-bfd7-c02344591d2e" providerId="ADAL" clId="{AC6E613E-CCFF-4109-A72B-6327D2FA4AE1}" dt="2026-03-04T12:33:58.566" v="78200"/>
          <ac:cxnSpMkLst>
            <pc:docMk/>
            <pc:sldMk cId="3067819712" sldId="264"/>
            <ac:cxnSpMk id="52" creationId="{76986603-603B-3B8A-20F3-EC8A4BD18C2D}"/>
          </ac:cxnSpMkLst>
        </pc:cxnChg>
      </pc:sldChg>
      <pc:sldChg chg="addSp delSp modSp new mod ord modAnim modNotesTx">
        <pc:chgData name="渡辺　晃佑" userId="389c99e7-d706-4adf-bfd7-c02344591d2e" providerId="ADAL" clId="{AC6E613E-CCFF-4109-A72B-6327D2FA4AE1}" dt="2026-03-08T16:00:26.964" v="96680" actId="20577"/>
        <pc:sldMkLst>
          <pc:docMk/>
          <pc:sldMk cId="751558714" sldId="266"/>
        </pc:sldMkLst>
        <pc:spChg chg="mod">
          <ac:chgData name="渡辺　晃佑" userId="389c99e7-d706-4adf-bfd7-c02344591d2e" providerId="ADAL" clId="{AC6E613E-CCFF-4109-A72B-6327D2FA4AE1}" dt="2026-03-07T09:59:35.953" v="93567" actId="20577"/>
          <ac:spMkLst>
            <pc:docMk/>
            <pc:sldMk cId="751558714" sldId="266"/>
            <ac:spMk id="2" creationId="{020A9254-A939-E488-EB4D-BA26803090E1}"/>
          </ac:spMkLst>
        </pc:spChg>
        <pc:spChg chg="mod">
          <ac:chgData name="渡辺　晃佑" userId="389c99e7-d706-4adf-bfd7-c02344591d2e" providerId="ADAL" clId="{AC6E613E-CCFF-4109-A72B-6327D2FA4AE1}" dt="2026-03-08T16:00:26.964" v="96680" actId="20577"/>
          <ac:spMkLst>
            <pc:docMk/>
            <pc:sldMk cId="751558714" sldId="266"/>
            <ac:spMk id="3" creationId="{3655E758-CA72-FCD3-AC52-47258B6A6CC9}"/>
          </ac:spMkLst>
        </pc:spChg>
        <pc:spChg chg="add">
          <ac:chgData name="渡辺　晃佑" userId="389c99e7-d706-4adf-bfd7-c02344591d2e" providerId="ADAL" clId="{AC6E613E-CCFF-4109-A72B-6327D2FA4AE1}" dt="2026-03-03T08:03:48.027" v="68070"/>
          <ac:spMkLst>
            <pc:docMk/>
            <pc:sldMk cId="751558714" sldId="266"/>
            <ac:spMk id="4" creationId="{48E351DC-BD85-EDCF-B9F0-8EBB97CB7055}"/>
          </ac:spMkLst>
        </pc:spChg>
        <pc:spChg chg="add mod">
          <ac:chgData name="渡辺　晃佑" userId="389c99e7-d706-4adf-bfd7-c02344591d2e" providerId="ADAL" clId="{AC6E613E-CCFF-4109-A72B-6327D2FA4AE1}" dt="2026-03-07T09:51:38.869" v="93426" actId="1076"/>
          <ac:spMkLst>
            <pc:docMk/>
            <pc:sldMk cId="751558714" sldId="266"/>
            <ac:spMk id="8" creationId="{E2ED91BC-9888-5FC8-7DB4-76D6E38FCAF8}"/>
          </ac:spMkLst>
        </pc:spChg>
        <pc:spChg chg="add mod">
          <ac:chgData name="渡辺　晃佑" userId="389c99e7-d706-4adf-bfd7-c02344591d2e" providerId="ADAL" clId="{AC6E613E-CCFF-4109-A72B-6327D2FA4AE1}" dt="2026-03-07T09:51:38.869" v="93426" actId="1076"/>
          <ac:spMkLst>
            <pc:docMk/>
            <pc:sldMk cId="751558714" sldId="266"/>
            <ac:spMk id="9" creationId="{779EE827-6412-B9D1-BD1A-9F172A0B16E9}"/>
          </ac:spMkLst>
        </pc:spChg>
        <pc:spChg chg="add mod">
          <ac:chgData name="渡辺　晃佑" userId="389c99e7-d706-4adf-bfd7-c02344591d2e" providerId="ADAL" clId="{AC6E613E-CCFF-4109-A72B-6327D2FA4AE1}" dt="2026-03-07T09:48:52.121" v="93329" actId="207"/>
          <ac:spMkLst>
            <pc:docMk/>
            <pc:sldMk cId="751558714" sldId="266"/>
            <ac:spMk id="10" creationId="{48849C77-79F7-4CEE-8DEB-E4267EFF14D0}"/>
          </ac:spMkLst>
        </pc:spChg>
        <pc:spChg chg="add mod">
          <ac:chgData name="渡辺　晃佑" userId="389c99e7-d706-4adf-bfd7-c02344591d2e" providerId="ADAL" clId="{AC6E613E-CCFF-4109-A72B-6327D2FA4AE1}" dt="2026-03-07T09:49:26.540" v="93345" actId="1037"/>
          <ac:spMkLst>
            <pc:docMk/>
            <pc:sldMk cId="751558714" sldId="266"/>
            <ac:spMk id="12" creationId="{1446D1AC-FE8A-5F5E-96A1-BA6A90330FBD}"/>
          </ac:spMkLst>
        </pc:spChg>
        <pc:spChg chg="add mod">
          <ac:chgData name="渡辺　晃佑" userId="389c99e7-d706-4adf-bfd7-c02344591d2e" providerId="ADAL" clId="{AC6E613E-CCFF-4109-A72B-6327D2FA4AE1}" dt="2026-03-07T10:01:31.301" v="93612" actId="1076"/>
          <ac:spMkLst>
            <pc:docMk/>
            <pc:sldMk cId="751558714" sldId="266"/>
            <ac:spMk id="15" creationId="{E70E105E-C7EB-8B2D-E923-6174331038BF}"/>
          </ac:spMkLst>
        </pc:spChg>
        <pc:spChg chg="add mod">
          <ac:chgData name="渡辺　晃佑" userId="389c99e7-d706-4adf-bfd7-c02344591d2e" providerId="ADAL" clId="{AC6E613E-CCFF-4109-A72B-6327D2FA4AE1}" dt="2026-03-07T10:01:31.301" v="93612" actId="1076"/>
          <ac:spMkLst>
            <pc:docMk/>
            <pc:sldMk cId="751558714" sldId="266"/>
            <ac:spMk id="18" creationId="{03AABCF8-9457-E458-FBD0-355D4B60CE00}"/>
          </ac:spMkLst>
        </pc:spChg>
        <pc:spChg chg="add mod">
          <ac:chgData name="渡辺　晃佑" userId="389c99e7-d706-4adf-bfd7-c02344591d2e" providerId="ADAL" clId="{AC6E613E-CCFF-4109-A72B-6327D2FA4AE1}" dt="2026-03-07T09:51:38.869" v="93426" actId="1076"/>
          <ac:spMkLst>
            <pc:docMk/>
            <pc:sldMk cId="751558714" sldId="266"/>
            <ac:spMk id="20" creationId="{6F68EA7B-06A0-0C62-C221-E75A5F34B197}"/>
          </ac:spMkLst>
        </pc:spChg>
        <pc:spChg chg="add mod">
          <ac:chgData name="渡辺　晃佑" userId="389c99e7-d706-4adf-bfd7-c02344591d2e" providerId="ADAL" clId="{AC6E613E-CCFF-4109-A72B-6327D2FA4AE1}" dt="2026-03-07T09:51:38.869" v="93426" actId="1076"/>
          <ac:spMkLst>
            <pc:docMk/>
            <pc:sldMk cId="751558714" sldId="266"/>
            <ac:spMk id="21" creationId="{5EB0CFBD-DA66-D256-B15E-81D5FE62CD86}"/>
          </ac:spMkLst>
        </pc:spChg>
        <pc:spChg chg="add mod">
          <ac:chgData name="渡辺　晃佑" userId="389c99e7-d706-4adf-bfd7-c02344591d2e" providerId="ADAL" clId="{AC6E613E-CCFF-4109-A72B-6327D2FA4AE1}" dt="2026-03-07T10:01:17.897" v="93609" actId="1076"/>
          <ac:spMkLst>
            <pc:docMk/>
            <pc:sldMk cId="751558714" sldId="266"/>
            <ac:spMk id="27" creationId="{4D5D5B37-EFA6-57BB-71C3-F20D4442C646}"/>
          </ac:spMkLst>
        </pc:spChg>
        <pc:spChg chg="add mod">
          <ac:chgData name="渡辺　晃佑" userId="389c99e7-d706-4adf-bfd7-c02344591d2e" providerId="ADAL" clId="{AC6E613E-CCFF-4109-A72B-6327D2FA4AE1}" dt="2026-03-07T10:01:17.897" v="93609" actId="1076"/>
          <ac:spMkLst>
            <pc:docMk/>
            <pc:sldMk cId="751558714" sldId="266"/>
            <ac:spMk id="28" creationId="{D69AC8B9-13F4-C4EB-C502-6AD0F074C115}"/>
          </ac:spMkLst>
        </pc:spChg>
        <pc:spChg chg="add mod">
          <ac:chgData name="渡辺　晃佑" userId="389c99e7-d706-4adf-bfd7-c02344591d2e" providerId="ADAL" clId="{AC6E613E-CCFF-4109-A72B-6327D2FA4AE1}" dt="2026-03-07T10:01:31.301" v="93612" actId="1076"/>
          <ac:spMkLst>
            <pc:docMk/>
            <pc:sldMk cId="751558714" sldId="266"/>
            <ac:spMk id="31" creationId="{60F48241-A81E-0F4B-47A1-5B092441C8C3}"/>
          </ac:spMkLst>
        </pc:spChg>
        <pc:spChg chg="add mod">
          <ac:chgData name="渡辺　晃佑" userId="389c99e7-d706-4adf-bfd7-c02344591d2e" providerId="ADAL" clId="{AC6E613E-CCFF-4109-A72B-6327D2FA4AE1}" dt="2026-03-07T10:00:57.058" v="93605" actId="1076"/>
          <ac:spMkLst>
            <pc:docMk/>
            <pc:sldMk cId="751558714" sldId="266"/>
            <ac:spMk id="32" creationId="{E8D71CAB-83E9-F403-E1D2-5ACAE0655512}"/>
          </ac:spMkLst>
        </pc:spChg>
        <pc:grpChg chg="add mod">
          <ac:chgData name="渡辺　晃佑" userId="389c99e7-d706-4adf-bfd7-c02344591d2e" providerId="ADAL" clId="{AC6E613E-CCFF-4109-A72B-6327D2FA4AE1}" dt="2026-03-07T09:25:42.301" v="93260" actId="1076"/>
          <ac:grpSpMkLst>
            <pc:docMk/>
            <pc:sldMk cId="751558714" sldId="266"/>
            <ac:grpSpMk id="5" creationId="{9EAD5925-9D13-12FA-26B3-87CBA34CD2FC}"/>
          </ac:grpSpMkLst>
        </pc:grpChg>
        <pc:picChg chg="mod">
          <ac:chgData name="渡辺　晃佑" userId="389c99e7-d706-4adf-bfd7-c02344591d2e" providerId="ADAL" clId="{AC6E613E-CCFF-4109-A72B-6327D2FA4AE1}" dt="2026-03-07T09:51:38.869" v="93426" actId="1076"/>
          <ac:picMkLst>
            <pc:docMk/>
            <pc:sldMk cId="751558714" sldId="266"/>
            <ac:picMk id="7" creationId="{563E8724-A167-B2C9-9127-4670761302F2}"/>
          </ac:picMkLst>
        </pc:picChg>
        <pc:picChg chg="add mod">
          <ac:chgData name="渡辺　晃佑" userId="389c99e7-d706-4adf-bfd7-c02344591d2e" providerId="ADAL" clId="{AC6E613E-CCFF-4109-A72B-6327D2FA4AE1}" dt="2026-03-07T09:49:22.728" v="93338" actId="1076"/>
          <ac:picMkLst>
            <pc:docMk/>
            <pc:sldMk cId="751558714" sldId="266"/>
            <ac:picMk id="14" creationId="{FA3007AE-5A1E-71D3-F99A-CD62C7A01D21}"/>
          </ac:picMkLst>
        </pc:picChg>
        <pc:picChg chg="add mod">
          <ac:chgData name="渡辺　晃佑" userId="389c99e7-d706-4adf-bfd7-c02344591d2e" providerId="ADAL" clId="{AC6E613E-CCFF-4109-A72B-6327D2FA4AE1}" dt="2026-03-07T10:01:31.301" v="93612" actId="1076"/>
          <ac:picMkLst>
            <pc:docMk/>
            <pc:sldMk cId="751558714" sldId="266"/>
            <ac:picMk id="19" creationId="{71F4646C-BED2-E79C-892F-2F03A826D46A}"/>
          </ac:picMkLst>
        </pc:picChg>
        <pc:picChg chg="add mod ord">
          <ac:chgData name="渡辺　晃佑" userId="389c99e7-d706-4adf-bfd7-c02344591d2e" providerId="ADAL" clId="{AC6E613E-CCFF-4109-A72B-6327D2FA4AE1}" dt="2026-03-07T09:51:38.869" v="93426" actId="1076"/>
          <ac:picMkLst>
            <pc:docMk/>
            <pc:sldMk cId="751558714" sldId="266"/>
            <ac:picMk id="22" creationId="{8D266236-258E-0F29-7B9F-4C28179C98F1}"/>
          </ac:picMkLst>
        </pc:picChg>
        <pc:picChg chg="add mod">
          <ac:chgData name="渡辺　晃佑" userId="389c99e7-d706-4adf-bfd7-c02344591d2e" providerId="ADAL" clId="{AC6E613E-CCFF-4109-A72B-6327D2FA4AE1}" dt="2026-03-07T09:51:38.869" v="93426" actId="1076"/>
          <ac:picMkLst>
            <pc:docMk/>
            <pc:sldMk cId="751558714" sldId="266"/>
            <ac:picMk id="23" creationId="{76E32762-E549-3AD8-6A95-5B9C0195ED03}"/>
          </ac:picMkLst>
        </pc:picChg>
        <pc:picChg chg="add mod ord">
          <ac:chgData name="渡辺　晃佑" userId="389c99e7-d706-4adf-bfd7-c02344591d2e" providerId="ADAL" clId="{AC6E613E-CCFF-4109-A72B-6327D2FA4AE1}" dt="2026-03-07T09:51:38.869" v="93426" actId="1076"/>
          <ac:picMkLst>
            <pc:docMk/>
            <pc:sldMk cId="751558714" sldId="266"/>
            <ac:picMk id="24" creationId="{62A8DB18-14B6-F02B-A147-5CA7447C0AEE}"/>
          </ac:picMkLst>
        </pc:picChg>
        <pc:picChg chg="add mod ord">
          <ac:chgData name="渡辺　晃佑" userId="389c99e7-d706-4adf-bfd7-c02344591d2e" providerId="ADAL" clId="{AC6E613E-CCFF-4109-A72B-6327D2FA4AE1}" dt="2026-03-07T09:51:38.869" v="93426" actId="1076"/>
          <ac:picMkLst>
            <pc:docMk/>
            <pc:sldMk cId="751558714" sldId="266"/>
            <ac:picMk id="25" creationId="{F0200148-06A9-C3D8-5434-4F3174981367}"/>
          </ac:picMkLst>
        </pc:picChg>
        <pc:picChg chg="add mod">
          <ac:chgData name="渡辺　晃佑" userId="389c99e7-d706-4adf-bfd7-c02344591d2e" providerId="ADAL" clId="{AC6E613E-CCFF-4109-A72B-6327D2FA4AE1}" dt="2026-03-07T09:51:38.869" v="93426" actId="1076"/>
          <ac:picMkLst>
            <pc:docMk/>
            <pc:sldMk cId="751558714" sldId="266"/>
            <ac:picMk id="26" creationId="{DBFECB4E-8EFB-44AB-57F5-3196F2C75C21}"/>
          </ac:picMkLst>
        </pc:picChg>
        <pc:cxnChg chg="mod">
          <ac:chgData name="渡辺　晃佑" userId="389c99e7-d706-4adf-bfd7-c02344591d2e" providerId="ADAL" clId="{AC6E613E-CCFF-4109-A72B-6327D2FA4AE1}" dt="2026-03-07T09:25:42.301" v="93260" actId="1076"/>
          <ac:cxnSpMkLst>
            <pc:docMk/>
            <pc:sldMk cId="751558714" sldId="266"/>
            <ac:cxnSpMk id="6" creationId="{0471C04E-5FC6-1999-16FF-AE0AB8A425DE}"/>
          </ac:cxnSpMkLst>
        </pc:cxnChg>
      </pc:sldChg>
      <pc:sldChg chg="addSp delSp modSp new mod modAnim modNotesTx">
        <pc:chgData name="渡辺　晃佑" userId="389c99e7-d706-4adf-bfd7-c02344591d2e" providerId="ADAL" clId="{AC6E613E-CCFF-4109-A72B-6327D2FA4AE1}" dt="2026-03-12T09:26:34.931" v="97037" actId="20577"/>
        <pc:sldMkLst>
          <pc:docMk/>
          <pc:sldMk cId="245035987" sldId="268"/>
        </pc:sldMkLst>
        <pc:spChg chg="mod">
          <ac:chgData name="渡辺　晃佑" userId="389c99e7-d706-4adf-bfd7-c02344591d2e" providerId="ADAL" clId="{AC6E613E-CCFF-4109-A72B-6327D2FA4AE1}" dt="2026-02-26T08:21:23.794" v="61398" actId="20577"/>
          <ac:spMkLst>
            <pc:docMk/>
            <pc:sldMk cId="245035987" sldId="268"/>
            <ac:spMk id="2" creationId="{4D9670F5-9F25-C5B0-3E84-9A1FE4B4C918}"/>
          </ac:spMkLst>
        </pc:spChg>
        <pc:spChg chg="add">
          <ac:chgData name="渡辺　晃佑" userId="389c99e7-d706-4adf-bfd7-c02344591d2e" providerId="ADAL" clId="{AC6E613E-CCFF-4109-A72B-6327D2FA4AE1}" dt="2026-03-03T08:03:48.027" v="68070"/>
          <ac:spMkLst>
            <pc:docMk/>
            <pc:sldMk cId="245035987" sldId="268"/>
            <ac:spMk id="4" creationId="{ADBD67D9-CFC9-490D-7407-D60310A52C48}"/>
          </ac:spMkLst>
        </pc:spChg>
        <pc:spChg chg="mod topLvl">
          <ac:chgData name="渡辺　晃佑" userId="389c99e7-d706-4adf-bfd7-c02344591d2e" providerId="ADAL" clId="{AC6E613E-CCFF-4109-A72B-6327D2FA4AE1}" dt="2026-03-07T13:52:03.481" v="93707" actId="165"/>
          <ac:spMkLst>
            <pc:docMk/>
            <pc:sldMk cId="245035987" sldId="268"/>
            <ac:spMk id="9" creationId="{D41904A9-C0AE-5B40-9BB6-6F1AEF66FA0A}"/>
          </ac:spMkLst>
        </pc:spChg>
        <pc:spChg chg="mod topLvl">
          <ac:chgData name="渡辺　晃佑" userId="389c99e7-d706-4adf-bfd7-c02344591d2e" providerId="ADAL" clId="{AC6E613E-CCFF-4109-A72B-6327D2FA4AE1}" dt="2026-03-07T13:52:22.886" v="93710" actId="552"/>
          <ac:spMkLst>
            <pc:docMk/>
            <pc:sldMk cId="245035987" sldId="268"/>
            <ac:spMk id="10" creationId="{C3A996C4-758D-4CC4-64FC-963BEE1187D8}"/>
          </ac:spMkLst>
        </pc:spChg>
        <pc:spChg chg="mod topLvl">
          <ac:chgData name="渡辺　晃佑" userId="389c99e7-d706-4adf-bfd7-c02344591d2e" providerId="ADAL" clId="{AC6E613E-CCFF-4109-A72B-6327D2FA4AE1}" dt="2026-03-07T13:52:05.885" v="93709" actId="1076"/>
          <ac:spMkLst>
            <pc:docMk/>
            <pc:sldMk cId="245035987" sldId="268"/>
            <ac:spMk id="12" creationId="{139249F9-5679-9CD4-E156-EA3C9663CE1F}"/>
          </ac:spMkLst>
        </pc:spChg>
        <pc:spChg chg="mod topLvl">
          <ac:chgData name="渡辺　晃佑" userId="389c99e7-d706-4adf-bfd7-c02344591d2e" providerId="ADAL" clId="{AC6E613E-CCFF-4109-A72B-6327D2FA4AE1}" dt="2026-03-07T13:52:22.886" v="93710" actId="552"/>
          <ac:spMkLst>
            <pc:docMk/>
            <pc:sldMk cId="245035987" sldId="268"/>
            <ac:spMk id="13" creationId="{B06AB9F1-3470-011D-6C56-237E31641D31}"/>
          </ac:spMkLst>
        </pc:spChg>
        <pc:spChg chg="mod topLvl">
          <ac:chgData name="渡辺　晃佑" userId="389c99e7-d706-4adf-bfd7-c02344591d2e" providerId="ADAL" clId="{AC6E613E-CCFF-4109-A72B-6327D2FA4AE1}" dt="2026-03-12T09:26:34.931" v="97037" actId="20577"/>
          <ac:spMkLst>
            <pc:docMk/>
            <pc:sldMk cId="245035987" sldId="268"/>
            <ac:spMk id="15" creationId="{11C8F62F-EC12-9402-9CE6-FEA94439BD66}"/>
          </ac:spMkLst>
        </pc:spChg>
        <pc:spChg chg="mod topLvl">
          <ac:chgData name="渡辺　晃佑" userId="389c99e7-d706-4adf-bfd7-c02344591d2e" providerId="ADAL" clId="{AC6E613E-CCFF-4109-A72B-6327D2FA4AE1}" dt="2026-03-07T13:52:22.886" v="93710" actId="552"/>
          <ac:spMkLst>
            <pc:docMk/>
            <pc:sldMk cId="245035987" sldId="268"/>
            <ac:spMk id="16" creationId="{B57603D7-BFD0-D42E-C9D6-8C27C56C1FC0}"/>
          </ac:spMkLst>
        </pc:spChg>
        <pc:spChg chg="add mod">
          <ac:chgData name="渡辺　晃佑" userId="389c99e7-d706-4adf-bfd7-c02344591d2e" providerId="ADAL" clId="{AC6E613E-CCFF-4109-A72B-6327D2FA4AE1}" dt="2026-03-03T08:16:14.626" v="68208" actId="688"/>
          <ac:spMkLst>
            <pc:docMk/>
            <pc:sldMk cId="245035987" sldId="268"/>
            <ac:spMk id="17" creationId="{34B81C45-0C72-602E-EB10-E68124A98A7E}"/>
          </ac:spMkLst>
        </pc:spChg>
        <pc:spChg chg="add mod ord">
          <ac:chgData name="渡辺　晃佑" userId="389c99e7-d706-4adf-bfd7-c02344591d2e" providerId="ADAL" clId="{AC6E613E-CCFF-4109-A72B-6327D2FA4AE1}" dt="2026-03-02T05:34:33.137" v="67690" actId="166"/>
          <ac:spMkLst>
            <pc:docMk/>
            <pc:sldMk cId="245035987" sldId="268"/>
            <ac:spMk id="19" creationId="{D0D6A326-65B2-82A2-C90F-EC77EA0334BE}"/>
          </ac:spMkLst>
        </pc:spChg>
        <pc:spChg chg="add mod ord">
          <ac:chgData name="渡辺　晃佑" userId="389c99e7-d706-4adf-bfd7-c02344591d2e" providerId="ADAL" clId="{AC6E613E-CCFF-4109-A72B-6327D2FA4AE1}" dt="2026-03-02T05:34:33.137" v="67690" actId="166"/>
          <ac:spMkLst>
            <pc:docMk/>
            <pc:sldMk cId="245035987" sldId="268"/>
            <ac:spMk id="20" creationId="{20E6A0A4-AA11-C579-6CF9-A1F5B5DFC434}"/>
          </ac:spMkLst>
        </pc:spChg>
        <pc:spChg chg="add mod">
          <ac:chgData name="渡辺　晃佑" userId="389c99e7-d706-4adf-bfd7-c02344591d2e" providerId="ADAL" clId="{AC6E613E-CCFF-4109-A72B-6327D2FA4AE1}" dt="2026-02-27T05:04:51.536" v="65124" actId="1035"/>
          <ac:spMkLst>
            <pc:docMk/>
            <pc:sldMk cId="245035987" sldId="268"/>
            <ac:spMk id="22" creationId="{C24F1966-8D80-BF14-A5AC-1C5F9BCDE6BE}"/>
          </ac:spMkLst>
        </pc:spChg>
        <pc:spChg chg="add del mod ord">
          <ac:chgData name="渡辺　晃佑" userId="389c99e7-d706-4adf-bfd7-c02344591d2e" providerId="ADAL" clId="{AC6E613E-CCFF-4109-A72B-6327D2FA4AE1}" dt="2026-03-03T08:15:58.686" v="68204" actId="1076"/>
          <ac:spMkLst>
            <pc:docMk/>
            <pc:sldMk cId="245035987" sldId="268"/>
            <ac:spMk id="23" creationId="{B1836528-C894-AB3A-C544-9ACD42CC2EFF}"/>
          </ac:spMkLst>
        </pc:spChg>
        <pc:spChg chg="add mod">
          <ac:chgData name="渡辺　晃佑" userId="389c99e7-d706-4adf-bfd7-c02344591d2e" providerId="ADAL" clId="{AC6E613E-CCFF-4109-A72B-6327D2FA4AE1}" dt="2026-03-06T02:03:55.008" v="83681" actId="20577"/>
          <ac:spMkLst>
            <pc:docMk/>
            <pc:sldMk cId="245035987" sldId="268"/>
            <ac:spMk id="25" creationId="{6C2CD2A9-1D73-15EC-1516-B89337646FFE}"/>
          </ac:spMkLst>
        </pc:spChg>
        <pc:spChg chg="add mod">
          <ac:chgData name="渡辺　晃佑" userId="389c99e7-d706-4adf-bfd7-c02344591d2e" providerId="ADAL" clId="{AC6E613E-CCFF-4109-A72B-6327D2FA4AE1}" dt="2026-02-27T05:20:07.183" v="65331" actId="14100"/>
          <ac:spMkLst>
            <pc:docMk/>
            <pc:sldMk cId="245035987" sldId="268"/>
            <ac:spMk id="29" creationId="{5D71C091-E356-4CC6-27EF-E20F417E3515}"/>
          </ac:spMkLst>
        </pc:spChg>
        <pc:grpChg chg="add mod">
          <ac:chgData name="渡辺　晃佑" userId="389c99e7-d706-4adf-bfd7-c02344591d2e" providerId="ADAL" clId="{AC6E613E-CCFF-4109-A72B-6327D2FA4AE1}" dt="2026-02-27T05:19:36.706" v="65328" actId="1076"/>
          <ac:grpSpMkLst>
            <pc:docMk/>
            <pc:sldMk cId="245035987" sldId="268"/>
            <ac:grpSpMk id="3" creationId="{9AC447C1-D9C7-3C80-56F9-84788F380FF3}"/>
          </ac:grpSpMkLst>
        </pc:grpChg>
        <pc:picChg chg="mod">
          <ac:chgData name="渡辺　晃佑" userId="389c99e7-d706-4adf-bfd7-c02344591d2e" providerId="ADAL" clId="{AC6E613E-CCFF-4109-A72B-6327D2FA4AE1}" dt="2026-02-27T05:19:36.706" v="65328" actId="1076"/>
          <ac:picMkLst>
            <pc:docMk/>
            <pc:sldMk cId="245035987" sldId="268"/>
            <ac:picMk id="6" creationId="{C08618AB-A205-FA46-E79A-89F16A10FB71}"/>
          </ac:picMkLst>
        </pc:picChg>
        <pc:picChg chg="add mod">
          <ac:chgData name="渡辺　晃佑" userId="389c99e7-d706-4adf-bfd7-c02344591d2e" providerId="ADAL" clId="{AC6E613E-CCFF-4109-A72B-6327D2FA4AE1}" dt="2026-02-27T05:20:16.631" v="65333" actId="1076"/>
          <ac:picMkLst>
            <pc:docMk/>
            <pc:sldMk cId="245035987" sldId="268"/>
            <ac:picMk id="32" creationId="{B152586F-CDE7-7B90-089B-19D26CB1DD22}"/>
          </ac:picMkLst>
        </pc:picChg>
        <pc:picChg chg="add mod">
          <ac:chgData name="渡辺　晃佑" userId="389c99e7-d706-4adf-bfd7-c02344591d2e" providerId="ADAL" clId="{AC6E613E-CCFF-4109-A72B-6327D2FA4AE1}" dt="2026-03-05T10:47:30.371" v="81496" actId="14100"/>
          <ac:picMkLst>
            <pc:docMk/>
            <pc:sldMk cId="245035987" sldId="268"/>
            <ac:picMk id="33" creationId="{94E2A03F-CC52-0453-1D42-17F47BD08EEF}"/>
          </ac:picMkLst>
        </pc:picChg>
        <pc:cxnChg chg="mod">
          <ac:chgData name="渡辺　晃佑" userId="389c99e7-d706-4adf-bfd7-c02344591d2e" providerId="ADAL" clId="{AC6E613E-CCFF-4109-A72B-6327D2FA4AE1}" dt="2026-02-27T05:19:36.706" v="65328" actId="1076"/>
          <ac:cxnSpMkLst>
            <pc:docMk/>
            <pc:sldMk cId="245035987" sldId="268"/>
            <ac:cxnSpMk id="5" creationId="{ABB8D9C0-02A1-AC10-467B-284F4D617297}"/>
          </ac:cxnSpMkLst>
        </pc:cxnChg>
        <pc:cxnChg chg="add mod ord">
          <ac:chgData name="渡辺　晃佑" userId="389c99e7-d706-4adf-bfd7-c02344591d2e" providerId="ADAL" clId="{AC6E613E-CCFF-4109-A72B-6327D2FA4AE1}" dt="2026-03-02T05:34:21.670" v="67689" actId="208"/>
          <ac:cxnSpMkLst>
            <pc:docMk/>
            <pc:sldMk cId="245035987" sldId="268"/>
            <ac:cxnSpMk id="18" creationId="{0F203EFB-9480-DD6C-DCAE-415ED79D72B8}"/>
          </ac:cxnSpMkLst>
        </pc:cxnChg>
        <pc:cxnChg chg="add mod ord">
          <ac:chgData name="渡辺　晃佑" userId="389c99e7-d706-4adf-bfd7-c02344591d2e" providerId="ADAL" clId="{AC6E613E-CCFF-4109-A72B-6327D2FA4AE1}" dt="2026-03-02T05:34:21.670" v="67689" actId="208"/>
          <ac:cxnSpMkLst>
            <pc:docMk/>
            <pc:sldMk cId="245035987" sldId="268"/>
            <ac:cxnSpMk id="34" creationId="{D008B626-A67E-5520-FEDE-BA34D1591C4E}"/>
          </ac:cxnSpMkLst>
        </pc:cxnChg>
        <pc:cxnChg chg="add mod">
          <ac:chgData name="渡辺　晃佑" userId="389c99e7-d706-4adf-bfd7-c02344591d2e" providerId="ADAL" clId="{AC6E613E-CCFF-4109-A72B-6327D2FA4AE1}" dt="2026-03-02T05:34:21.670" v="67689" actId="208"/>
          <ac:cxnSpMkLst>
            <pc:docMk/>
            <pc:sldMk cId="245035987" sldId="268"/>
            <ac:cxnSpMk id="38" creationId="{8E265ADA-7C7A-E2C8-5428-2D85BAFD6C7E}"/>
          </ac:cxnSpMkLst>
        </pc:cxnChg>
        <pc:cxnChg chg="add mod">
          <ac:chgData name="渡辺　晃佑" userId="389c99e7-d706-4adf-bfd7-c02344591d2e" providerId="ADAL" clId="{AC6E613E-CCFF-4109-A72B-6327D2FA4AE1}" dt="2026-03-02T05:34:21.670" v="67689" actId="208"/>
          <ac:cxnSpMkLst>
            <pc:docMk/>
            <pc:sldMk cId="245035987" sldId="268"/>
            <ac:cxnSpMk id="39" creationId="{1EDB0E04-6752-8CC8-1BFD-C2367F10D1E5}"/>
          </ac:cxnSpMkLst>
        </pc:cxnChg>
      </pc:sldChg>
      <pc:sldChg chg="addSp modSp new mod ord setBg modShow modNotesTx">
        <pc:chgData name="渡辺　晃佑" userId="389c99e7-d706-4adf-bfd7-c02344591d2e" providerId="ADAL" clId="{AC6E613E-CCFF-4109-A72B-6327D2FA4AE1}" dt="2026-03-05T03:11:05.105" v="78207" actId="729"/>
        <pc:sldMkLst>
          <pc:docMk/>
          <pc:sldMk cId="4288613859" sldId="270"/>
        </pc:sldMkLst>
        <pc:spChg chg="mod">
          <ac:chgData name="渡辺　晃佑" userId="389c99e7-d706-4adf-bfd7-c02344591d2e" providerId="ADAL" clId="{AC6E613E-CCFF-4109-A72B-6327D2FA4AE1}" dt="2026-03-03T08:08:00.756" v="68083" actId="1076"/>
          <ac:spMkLst>
            <pc:docMk/>
            <pc:sldMk cId="4288613859" sldId="270"/>
            <ac:spMk id="2" creationId="{70528ECE-97CE-26F7-9D4B-49CAC1493A3D}"/>
          </ac:spMkLst>
        </pc:spChg>
        <pc:spChg chg="mod">
          <ac:chgData name="渡辺　晃佑" userId="389c99e7-d706-4adf-bfd7-c02344591d2e" providerId="ADAL" clId="{AC6E613E-CCFF-4109-A72B-6327D2FA4AE1}" dt="2026-03-03T08:07:34.575" v="68082" actId="20577"/>
          <ac:spMkLst>
            <pc:docMk/>
            <pc:sldMk cId="4288613859" sldId="270"/>
            <ac:spMk id="3" creationId="{93B138D2-43DD-63FD-D556-DA8E54E17490}"/>
          </ac:spMkLst>
        </pc:spChg>
      </pc:sldChg>
      <pc:sldChg chg="addSp delSp modSp new mod ord addAnim delAnim modAnim modNotesTx">
        <pc:chgData name="渡辺　晃佑" userId="389c99e7-d706-4adf-bfd7-c02344591d2e" providerId="ADAL" clId="{AC6E613E-CCFF-4109-A72B-6327D2FA4AE1}" dt="2026-03-12T13:06:28.808" v="97508"/>
        <pc:sldMkLst>
          <pc:docMk/>
          <pc:sldMk cId="2337929702" sldId="276"/>
        </pc:sldMkLst>
        <pc:spChg chg="mod">
          <ac:chgData name="渡辺　晃佑" userId="389c99e7-d706-4adf-bfd7-c02344591d2e" providerId="ADAL" clId="{AC6E613E-CCFF-4109-A72B-6327D2FA4AE1}" dt="2026-02-17T09:12:48.486" v="44595" actId="20577"/>
          <ac:spMkLst>
            <pc:docMk/>
            <pc:sldMk cId="2337929702" sldId="276"/>
            <ac:spMk id="2" creationId="{91531C0F-70E8-E3C7-0D8D-63CE8BD8E88B}"/>
          </ac:spMkLst>
        </pc:spChg>
        <pc:spChg chg="add">
          <ac:chgData name="渡辺　晃佑" userId="389c99e7-d706-4adf-bfd7-c02344591d2e" providerId="ADAL" clId="{AC6E613E-CCFF-4109-A72B-6327D2FA4AE1}" dt="2026-03-03T08:03:48.027" v="68070"/>
          <ac:spMkLst>
            <pc:docMk/>
            <pc:sldMk cId="2337929702" sldId="276"/>
            <ac:spMk id="4" creationId="{714C74AD-7B4D-007D-FAC0-A06A270690B7}"/>
          </ac:spMkLst>
        </pc:spChg>
        <pc:spChg chg="mod">
          <ac:chgData name="渡辺　晃佑" userId="389c99e7-d706-4adf-bfd7-c02344591d2e" providerId="ADAL" clId="{AC6E613E-CCFF-4109-A72B-6327D2FA4AE1}" dt="2026-03-07T06:11:02.308" v="90041" actId="14100"/>
          <ac:spMkLst>
            <pc:docMk/>
            <pc:sldMk cId="2337929702" sldId="276"/>
            <ac:spMk id="5" creationId="{B0D0B385-3726-6B8A-29C0-B3409912E0CB}"/>
          </ac:spMkLst>
        </pc:spChg>
        <pc:spChg chg="add mod">
          <ac:chgData name="渡辺　晃佑" userId="389c99e7-d706-4adf-bfd7-c02344591d2e" providerId="ADAL" clId="{AC6E613E-CCFF-4109-A72B-6327D2FA4AE1}" dt="2026-03-07T06:16:45.172" v="90524" actId="1076"/>
          <ac:spMkLst>
            <pc:docMk/>
            <pc:sldMk cId="2337929702" sldId="276"/>
            <ac:spMk id="9" creationId="{5857BE6C-BB2B-E27D-1A82-FA8EC35C8CAC}"/>
          </ac:spMkLst>
        </pc:spChg>
        <pc:spChg chg="add mod">
          <ac:chgData name="渡辺　晃佑" userId="389c99e7-d706-4adf-bfd7-c02344591d2e" providerId="ADAL" clId="{AC6E613E-CCFF-4109-A72B-6327D2FA4AE1}" dt="2026-03-08T15:59:19.464" v="96664"/>
          <ac:spMkLst>
            <pc:docMk/>
            <pc:sldMk cId="2337929702" sldId="276"/>
            <ac:spMk id="10" creationId="{AF9D911C-BB37-B5C7-1070-9723A7F4AC46}"/>
          </ac:spMkLst>
        </pc:spChg>
        <pc:spChg chg="add mod">
          <ac:chgData name="渡辺　晃佑" userId="389c99e7-d706-4adf-bfd7-c02344591d2e" providerId="ADAL" clId="{AC6E613E-CCFF-4109-A72B-6327D2FA4AE1}" dt="2026-03-07T06:10:25.017" v="90039" actId="1076"/>
          <ac:spMkLst>
            <pc:docMk/>
            <pc:sldMk cId="2337929702" sldId="276"/>
            <ac:spMk id="11" creationId="{62BAE3A5-920B-FF64-1782-32231D89E349}"/>
          </ac:spMkLst>
        </pc:spChg>
        <pc:spChg chg="add mod">
          <ac:chgData name="渡辺　晃佑" userId="389c99e7-d706-4adf-bfd7-c02344591d2e" providerId="ADAL" clId="{AC6E613E-CCFF-4109-A72B-6327D2FA4AE1}" dt="2026-03-08T15:59:33.807" v="96668" actId="1076"/>
          <ac:spMkLst>
            <pc:docMk/>
            <pc:sldMk cId="2337929702" sldId="276"/>
            <ac:spMk id="12" creationId="{E6E33765-7020-5BC0-2A37-36D1EA717D1A}"/>
          </ac:spMkLst>
        </pc:spChg>
        <pc:spChg chg="add mod">
          <ac:chgData name="渡辺　晃佑" userId="389c99e7-d706-4adf-bfd7-c02344591d2e" providerId="ADAL" clId="{AC6E613E-CCFF-4109-A72B-6327D2FA4AE1}" dt="2026-03-07T05:54:28.502" v="89929" actId="1076"/>
          <ac:spMkLst>
            <pc:docMk/>
            <pc:sldMk cId="2337929702" sldId="276"/>
            <ac:spMk id="13" creationId="{4DFAF693-3B4F-7DA0-12F7-E1991C9D4230}"/>
          </ac:spMkLst>
        </pc:spChg>
        <pc:spChg chg="add mod topLvl">
          <ac:chgData name="渡辺　晃佑" userId="389c99e7-d706-4adf-bfd7-c02344591d2e" providerId="ADAL" clId="{AC6E613E-CCFF-4109-A72B-6327D2FA4AE1}" dt="2026-03-07T09:16:34.695" v="93054" actId="207"/>
          <ac:spMkLst>
            <pc:docMk/>
            <pc:sldMk cId="2337929702" sldId="276"/>
            <ac:spMk id="15" creationId="{38626E6D-24CA-474E-8730-94F4E9AB3B5C}"/>
          </ac:spMkLst>
        </pc:spChg>
        <pc:spChg chg="add mod">
          <ac:chgData name="渡辺　晃佑" userId="389c99e7-d706-4adf-bfd7-c02344591d2e" providerId="ADAL" clId="{AC6E613E-CCFF-4109-A72B-6327D2FA4AE1}" dt="2026-03-12T09:48:01.859" v="97137" actId="1038"/>
          <ac:spMkLst>
            <pc:docMk/>
            <pc:sldMk cId="2337929702" sldId="276"/>
            <ac:spMk id="24" creationId="{EBC1E0E8-17B5-C665-14DC-D944FD095941}"/>
          </ac:spMkLst>
        </pc:spChg>
        <pc:spChg chg="add mod ord">
          <ac:chgData name="渡辺　晃佑" userId="389c99e7-d706-4adf-bfd7-c02344591d2e" providerId="ADAL" clId="{AC6E613E-CCFF-4109-A72B-6327D2FA4AE1}" dt="2026-03-07T09:15:35.745" v="93048" actId="207"/>
          <ac:spMkLst>
            <pc:docMk/>
            <pc:sldMk cId="2337929702" sldId="276"/>
            <ac:spMk id="28" creationId="{A243F83D-0C5A-0A81-8A92-FC2831F0637C}"/>
          </ac:spMkLst>
        </pc:spChg>
        <pc:spChg chg="mod topLvl">
          <ac:chgData name="渡辺　晃佑" userId="389c99e7-d706-4adf-bfd7-c02344591d2e" providerId="ADAL" clId="{AC6E613E-CCFF-4109-A72B-6327D2FA4AE1}" dt="2026-03-12T13:05:48.340" v="97497" actId="122"/>
          <ac:spMkLst>
            <pc:docMk/>
            <pc:sldMk cId="2337929702" sldId="276"/>
            <ac:spMk id="39" creationId="{09C130B9-D8A5-932E-EB89-5B937E24235B}"/>
          </ac:spMkLst>
        </pc:spChg>
        <pc:spChg chg="del mod topLvl">
          <ac:chgData name="渡辺　晃佑" userId="389c99e7-d706-4adf-bfd7-c02344591d2e" providerId="ADAL" clId="{AC6E613E-CCFF-4109-A72B-6327D2FA4AE1}" dt="2026-03-12T13:05:25.354" v="97494" actId="478"/>
          <ac:spMkLst>
            <pc:docMk/>
            <pc:sldMk cId="2337929702" sldId="276"/>
            <ac:spMk id="40" creationId="{B882142C-C587-F403-AFF8-6EFEC76569CD}"/>
          </ac:spMkLst>
        </pc:spChg>
        <pc:grpChg chg="mod ord">
          <ac:chgData name="渡辺　晃佑" userId="389c99e7-d706-4adf-bfd7-c02344591d2e" providerId="ADAL" clId="{AC6E613E-CCFF-4109-A72B-6327D2FA4AE1}" dt="2026-03-07T06:11:21.372" v="90045" actId="166"/>
          <ac:grpSpMkLst>
            <pc:docMk/>
            <pc:sldMk cId="2337929702" sldId="276"/>
            <ac:grpSpMk id="3" creationId="{DAE398CC-E1DD-F5BA-A9CA-4373B65FF2D8}"/>
          </ac:grpSpMkLst>
        </pc:grpChg>
        <pc:grpChg chg="add mod">
          <ac:chgData name="渡辺　晃佑" userId="389c99e7-d706-4adf-bfd7-c02344591d2e" providerId="ADAL" clId="{AC6E613E-CCFF-4109-A72B-6327D2FA4AE1}" dt="2026-03-07T05:57:10.450" v="89949" actId="164"/>
          <ac:grpSpMkLst>
            <pc:docMk/>
            <pc:sldMk cId="2337929702" sldId="276"/>
            <ac:grpSpMk id="26" creationId="{62AA7151-BB52-43F1-6113-778D89403B46}"/>
          </ac:grpSpMkLst>
        </pc:grpChg>
        <pc:grpChg chg="add mod">
          <ac:chgData name="渡辺　晃佑" userId="389c99e7-d706-4adf-bfd7-c02344591d2e" providerId="ADAL" clId="{AC6E613E-CCFF-4109-A72B-6327D2FA4AE1}" dt="2026-03-07T09:14:13.491" v="93038" actId="1076"/>
          <ac:grpSpMkLst>
            <pc:docMk/>
            <pc:sldMk cId="2337929702" sldId="276"/>
            <ac:grpSpMk id="27" creationId="{D4ADAFC8-157C-06D3-1229-947B5D8E0975}"/>
          </ac:grpSpMkLst>
        </pc:grpChg>
        <pc:grpChg chg="add del mod">
          <ac:chgData name="渡辺　晃佑" userId="389c99e7-d706-4adf-bfd7-c02344591d2e" providerId="ADAL" clId="{AC6E613E-CCFF-4109-A72B-6327D2FA4AE1}" dt="2026-03-12T13:05:25.354" v="97494" actId="478"/>
          <ac:grpSpMkLst>
            <pc:docMk/>
            <pc:sldMk cId="2337929702" sldId="276"/>
            <ac:grpSpMk id="38" creationId="{1390E69D-EBB0-6CF9-4BF0-79DF3F9ADE2E}"/>
          </ac:grpSpMkLst>
        </pc:grpChg>
        <pc:graphicFrameChg chg="add mod">
          <ac:chgData name="渡辺　晃佑" userId="389c99e7-d706-4adf-bfd7-c02344591d2e" providerId="ADAL" clId="{AC6E613E-CCFF-4109-A72B-6327D2FA4AE1}" dt="2026-03-07T14:02:14.841" v="93884" actId="20577"/>
          <ac:graphicFrameMkLst>
            <pc:docMk/>
            <pc:sldMk cId="2337929702" sldId="276"/>
            <ac:graphicFrameMk id="6" creationId="{11605861-4BAC-CD42-58C4-394D4D0483EC}"/>
          </ac:graphicFrameMkLst>
        </pc:graphicFrameChg>
        <pc:graphicFrameChg chg="add mod topLvl">
          <ac:chgData name="渡辺　晃佑" userId="389c99e7-d706-4adf-bfd7-c02344591d2e" providerId="ADAL" clId="{AC6E613E-CCFF-4109-A72B-6327D2FA4AE1}" dt="2026-03-07T09:14:02.511" v="93034"/>
          <ac:graphicFrameMkLst>
            <pc:docMk/>
            <pc:sldMk cId="2337929702" sldId="276"/>
            <ac:graphicFrameMk id="16" creationId="{19E15FA9-195B-5849-8DB9-DE98C57BF837}"/>
          </ac:graphicFrameMkLst>
        </pc:graphicFrameChg>
        <pc:cxnChg chg="add mod">
          <ac:chgData name="渡辺　晃佑" userId="389c99e7-d706-4adf-bfd7-c02344591d2e" providerId="ADAL" clId="{AC6E613E-CCFF-4109-A72B-6327D2FA4AE1}" dt="2026-03-07T05:48:33.326" v="89888" actId="14100"/>
          <ac:cxnSpMkLst>
            <pc:docMk/>
            <pc:sldMk cId="2337929702" sldId="276"/>
            <ac:cxnSpMk id="7" creationId="{039AE813-38C9-A282-3438-52A474249579}"/>
          </ac:cxnSpMkLst>
        </pc:cxnChg>
        <pc:cxnChg chg="add mod">
          <ac:chgData name="渡辺　晃佑" userId="389c99e7-d706-4adf-bfd7-c02344591d2e" providerId="ADAL" clId="{AC6E613E-CCFF-4109-A72B-6327D2FA4AE1}" dt="2026-03-12T13:06:14.361" v="97505" actId="14100"/>
          <ac:cxnSpMkLst>
            <pc:docMk/>
            <pc:sldMk cId="2337929702" sldId="276"/>
            <ac:cxnSpMk id="14" creationId="{0D7D1A36-4D2A-8F70-AAE1-5CFA08B0072E}"/>
          </ac:cxnSpMkLst>
        </pc:cxnChg>
        <pc:cxnChg chg="add mod ord">
          <ac:chgData name="渡辺　晃佑" userId="389c99e7-d706-4adf-bfd7-c02344591d2e" providerId="ADAL" clId="{AC6E613E-CCFF-4109-A72B-6327D2FA4AE1}" dt="2026-03-07T05:57:10.450" v="89949" actId="164"/>
          <ac:cxnSpMkLst>
            <pc:docMk/>
            <pc:sldMk cId="2337929702" sldId="276"/>
            <ac:cxnSpMk id="18" creationId="{9DA782FE-0F8F-8C1A-FA8E-23B18CA91A30}"/>
          </ac:cxnSpMkLst>
        </pc:cxnChg>
      </pc:sldChg>
      <pc:sldChg chg="addSp delSp modSp new mod addAnim delAnim modAnim modShow modNotesTx">
        <pc:chgData name="渡辺　晃佑" userId="389c99e7-d706-4adf-bfd7-c02344591d2e" providerId="ADAL" clId="{AC6E613E-CCFF-4109-A72B-6327D2FA4AE1}" dt="2026-03-12T09:29:32.001" v="97090" actId="20577"/>
        <pc:sldMkLst>
          <pc:docMk/>
          <pc:sldMk cId="4006053076" sldId="280"/>
        </pc:sldMkLst>
        <pc:spChg chg="add del mod">
          <ac:chgData name="渡辺　晃佑" userId="389c99e7-d706-4adf-bfd7-c02344591d2e" providerId="ADAL" clId="{AC6E613E-CCFF-4109-A72B-6327D2FA4AE1}" dt="2026-03-06T06:57:57.698" v="87977" actId="20577"/>
          <ac:spMkLst>
            <pc:docMk/>
            <pc:sldMk cId="4006053076" sldId="280"/>
            <ac:spMk id="2" creationId="{1FEEF1ED-9D91-8844-60FE-5E477DA0B988}"/>
          </ac:spMkLst>
        </pc:spChg>
        <pc:spChg chg="add mod">
          <ac:chgData name="渡辺　晃佑" userId="389c99e7-d706-4adf-bfd7-c02344591d2e" providerId="ADAL" clId="{AC6E613E-CCFF-4109-A72B-6327D2FA4AE1}" dt="2026-03-06T06:04:52.021" v="86836" actId="1076"/>
          <ac:spMkLst>
            <pc:docMk/>
            <pc:sldMk cId="4006053076" sldId="280"/>
            <ac:spMk id="3" creationId="{45B82A57-3EED-8190-C396-81F002BC49E1}"/>
          </ac:spMkLst>
        </pc:spChg>
        <pc:spChg chg="add">
          <ac:chgData name="渡辺　晃佑" userId="389c99e7-d706-4adf-bfd7-c02344591d2e" providerId="ADAL" clId="{AC6E613E-CCFF-4109-A72B-6327D2FA4AE1}" dt="2026-03-03T08:03:48.027" v="68070"/>
          <ac:spMkLst>
            <pc:docMk/>
            <pc:sldMk cId="4006053076" sldId="280"/>
            <ac:spMk id="4" creationId="{E4DF154D-B3CA-C5A9-762D-329F9C736C2B}"/>
          </ac:spMkLst>
        </pc:spChg>
        <pc:spChg chg="add mod">
          <ac:chgData name="渡辺　晃佑" userId="389c99e7-d706-4adf-bfd7-c02344591d2e" providerId="ADAL" clId="{AC6E613E-CCFF-4109-A72B-6327D2FA4AE1}" dt="2026-03-07T14:04:52.648" v="93916" actId="1035"/>
          <ac:spMkLst>
            <pc:docMk/>
            <pc:sldMk cId="4006053076" sldId="280"/>
            <ac:spMk id="6" creationId="{F1975390-0345-E0CC-FCD7-3291D45D59A1}"/>
          </ac:spMkLst>
        </pc:spChg>
        <pc:spChg chg="add mod">
          <ac:chgData name="渡辺　晃佑" userId="389c99e7-d706-4adf-bfd7-c02344591d2e" providerId="ADAL" clId="{AC6E613E-CCFF-4109-A72B-6327D2FA4AE1}" dt="2026-03-02T06:13:27.309" v="67789" actId="1076"/>
          <ac:spMkLst>
            <pc:docMk/>
            <pc:sldMk cId="4006053076" sldId="280"/>
            <ac:spMk id="8" creationId="{FFE57C5C-D537-5AE2-A0CA-7EC1F28EA876}"/>
          </ac:spMkLst>
        </pc:spChg>
        <pc:spChg chg="mod">
          <ac:chgData name="渡辺　晃佑" userId="389c99e7-d706-4adf-bfd7-c02344591d2e" providerId="ADAL" clId="{AC6E613E-CCFF-4109-A72B-6327D2FA4AE1}" dt="2026-03-07T14:04:52.648" v="93916" actId="1035"/>
          <ac:spMkLst>
            <pc:docMk/>
            <pc:sldMk cId="4006053076" sldId="280"/>
            <ac:spMk id="9" creationId="{B0181AE1-72AF-5A30-0E96-6ED11DD71927}"/>
          </ac:spMkLst>
        </pc:spChg>
        <pc:spChg chg="mod">
          <ac:chgData name="渡辺　晃佑" userId="389c99e7-d706-4adf-bfd7-c02344591d2e" providerId="ADAL" clId="{AC6E613E-CCFF-4109-A72B-6327D2FA4AE1}" dt="2026-03-07T08:28:24.598" v="91873" actId="1076"/>
          <ac:spMkLst>
            <pc:docMk/>
            <pc:sldMk cId="4006053076" sldId="280"/>
            <ac:spMk id="10" creationId="{BC774A3E-B83D-99F9-2FD5-F9E7ED7E9242}"/>
          </ac:spMkLst>
        </pc:spChg>
        <pc:spChg chg="add mod">
          <ac:chgData name="渡辺　晃佑" userId="389c99e7-d706-4adf-bfd7-c02344591d2e" providerId="ADAL" clId="{AC6E613E-CCFF-4109-A72B-6327D2FA4AE1}" dt="2026-03-02T06:13:11.851" v="67786" actId="1076"/>
          <ac:spMkLst>
            <pc:docMk/>
            <pc:sldMk cId="4006053076" sldId="280"/>
            <ac:spMk id="12" creationId="{DE74ECEA-47DD-233A-81F4-EE0E1ABC9595}"/>
          </ac:spMkLst>
        </pc:spChg>
        <pc:spChg chg="add mod">
          <ac:chgData name="渡辺　晃佑" userId="389c99e7-d706-4adf-bfd7-c02344591d2e" providerId="ADAL" clId="{AC6E613E-CCFF-4109-A72B-6327D2FA4AE1}" dt="2026-03-02T06:13:11.851" v="67786" actId="1076"/>
          <ac:spMkLst>
            <pc:docMk/>
            <pc:sldMk cId="4006053076" sldId="280"/>
            <ac:spMk id="13" creationId="{006AD8B6-13FB-39E5-0F29-440EC3ED7781}"/>
          </ac:spMkLst>
        </pc:spChg>
        <pc:spChg chg="mod">
          <ac:chgData name="渡辺　晃佑" userId="389c99e7-d706-4adf-bfd7-c02344591d2e" providerId="ADAL" clId="{AC6E613E-CCFF-4109-A72B-6327D2FA4AE1}" dt="2026-03-12T00:53:15.168" v="96787" actId="20577"/>
          <ac:spMkLst>
            <pc:docMk/>
            <pc:sldMk cId="4006053076" sldId="280"/>
            <ac:spMk id="14" creationId="{01D65340-452D-868C-4B38-55D474FFA957}"/>
          </ac:spMkLst>
        </pc:spChg>
        <pc:spChg chg="mod">
          <ac:chgData name="渡辺　晃佑" userId="389c99e7-d706-4adf-bfd7-c02344591d2e" providerId="ADAL" clId="{AC6E613E-CCFF-4109-A72B-6327D2FA4AE1}" dt="2026-03-07T14:04:52.648" v="93916" actId="1035"/>
          <ac:spMkLst>
            <pc:docMk/>
            <pc:sldMk cId="4006053076" sldId="280"/>
            <ac:spMk id="15" creationId="{AC6DD7D9-975E-74E8-5D8C-0F33D52D671C}"/>
          </ac:spMkLst>
        </pc:spChg>
        <pc:spChg chg="mod">
          <ac:chgData name="渡辺　晃佑" userId="389c99e7-d706-4adf-bfd7-c02344591d2e" providerId="ADAL" clId="{AC6E613E-CCFF-4109-A72B-6327D2FA4AE1}" dt="2026-03-07T14:04:52.648" v="93916" actId="1035"/>
          <ac:spMkLst>
            <pc:docMk/>
            <pc:sldMk cId="4006053076" sldId="280"/>
            <ac:spMk id="16" creationId="{60DE1A88-D32E-CF96-1F6A-03323D75064F}"/>
          </ac:spMkLst>
        </pc:spChg>
        <pc:spChg chg="mod">
          <ac:chgData name="渡辺　晃佑" userId="389c99e7-d706-4adf-bfd7-c02344591d2e" providerId="ADAL" clId="{AC6E613E-CCFF-4109-A72B-6327D2FA4AE1}" dt="2026-03-07T14:04:52.648" v="93916" actId="1035"/>
          <ac:spMkLst>
            <pc:docMk/>
            <pc:sldMk cId="4006053076" sldId="280"/>
            <ac:spMk id="17" creationId="{0295EADD-BFF8-E9A6-70D9-9241C4923B04}"/>
          </ac:spMkLst>
        </pc:spChg>
        <pc:spChg chg="mod">
          <ac:chgData name="渡辺　晃佑" userId="389c99e7-d706-4adf-bfd7-c02344591d2e" providerId="ADAL" clId="{AC6E613E-CCFF-4109-A72B-6327D2FA4AE1}" dt="2026-03-07T14:04:52.648" v="93916" actId="1035"/>
          <ac:spMkLst>
            <pc:docMk/>
            <pc:sldMk cId="4006053076" sldId="280"/>
            <ac:spMk id="18" creationId="{3854267F-D9E4-94EE-0B29-34BE65F7E821}"/>
          </ac:spMkLst>
        </pc:spChg>
        <pc:spChg chg="mod">
          <ac:chgData name="渡辺　晃佑" userId="389c99e7-d706-4adf-bfd7-c02344591d2e" providerId="ADAL" clId="{AC6E613E-CCFF-4109-A72B-6327D2FA4AE1}" dt="2026-03-07T14:04:52.648" v="93916" actId="1035"/>
          <ac:spMkLst>
            <pc:docMk/>
            <pc:sldMk cId="4006053076" sldId="280"/>
            <ac:spMk id="20" creationId="{DDA466E4-43C1-70CF-F400-330885A09498}"/>
          </ac:spMkLst>
        </pc:spChg>
        <pc:spChg chg="add mod">
          <ac:chgData name="渡辺　晃佑" userId="389c99e7-d706-4adf-bfd7-c02344591d2e" providerId="ADAL" clId="{AC6E613E-CCFF-4109-A72B-6327D2FA4AE1}" dt="2026-03-07T08:12:24.059" v="91635" actId="1076"/>
          <ac:spMkLst>
            <pc:docMk/>
            <pc:sldMk cId="4006053076" sldId="280"/>
            <ac:spMk id="22" creationId="{A3D203E8-2909-1AEA-8758-AF449F9C854A}"/>
          </ac:spMkLst>
        </pc:spChg>
        <pc:spChg chg="mod">
          <ac:chgData name="渡辺　晃佑" userId="389c99e7-d706-4adf-bfd7-c02344591d2e" providerId="ADAL" clId="{AC6E613E-CCFF-4109-A72B-6327D2FA4AE1}" dt="2026-03-12T09:29:32.001" v="97090" actId="20577"/>
          <ac:spMkLst>
            <pc:docMk/>
            <pc:sldMk cId="4006053076" sldId="280"/>
            <ac:spMk id="25" creationId="{E6F5B0A0-F7D2-AE6E-FD62-4B9FAC6C52BE}"/>
          </ac:spMkLst>
        </pc:spChg>
        <pc:spChg chg="mod">
          <ac:chgData name="渡辺　晃佑" userId="389c99e7-d706-4adf-bfd7-c02344591d2e" providerId="ADAL" clId="{AC6E613E-CCFF-4109-A72B-6327D2FA4AE1}" dt="2026-03-03T08:54:12.241" v="69093" actId="122"/>
          <ac:spMkLst>
            <pc:docMk/>
            <pc:sldMk cId="4006053076" sldId="280"/>
            <ac:spMk id="26" creationId="{80F5471B-F934-CC67-0CEB-954AB3B2AB17}"/>
          </ac:spMkLst>
        </pc:spChg>
        <pc:spChg chg="add mod">
          <ac:chgData name="渡辺　晃佑" userId="389c99e7-d706-4adf-bfd7-c02344591d2e" providerId="ADAL" clId="{AC6E613E-CCFF-4109-A72B-6327D2FA4AE1}" dt="2026-03-07T14:04:52.648" v="93916" actId="1035"/>
          <ac:spMkLst>
            <pc:docMk/>
            <pc:sldMk cId="4006053076" sldId="280"/>
            <ac:spMk id="31" creationId="{F55A3252-4B8C-A13B-FBCD-0D5CE2C0ABA0}"/>
          </ac:spMkLst>
        </pc:spChg>
        <pc:spChg chg="add mod">
          <ac:chgData name="渡辺　晃佑" userId="389c99e7-d706-4adf-bfd7-c02344591d2e" providerId="ADAL" clId="{AC6E613E-CCFF-4109-A72B-6327D2FA4AE1}" dt="2026-02-26T09:23:59.956" v="62182" actId="1036"/>
          <ac:spMkLst>
            <pc:docMk/>
            <pc:sldMk cId="4006053076" sldId="280"/>
            <ac:spMk id="37" creationId="{12303B43-A66C-9D18-3609-E97085B1479C}"/>
          </ac:spMkLst>
        </pc:spChg>
        <pc:spChg chg="add mod">
          <ac:chgData name="渡辺　晃佑" userId="389c99e7-d706-4adf-bfd7-c02344591d2e" providerId="ADAL" clId="{AC6E613E-CCFF-4109-A72B-6327D2FA4AE1}" dt="2026-03-04T11:38:09.594" v="77335" actId="1076"/>
          <ac:spMkLst>
            <pc:docMk/>
            <pc:sldMk cId="4006053076" sldId="280"/>
            <ac:spMk id="39" creationId="{A96752D1-34D1-25F1-A5AA-310C41E227EF}"/>
          </ac:spMkLst>
        </pc:spChg>
        <pc:spChg chg="add mod">
          <ac:chgData name="渡辺　晃佑" userId="389c99e7-d706-4adf-bfd7-c02344591d2e" providerId="ADAL" clId="{AC6E613E-CCFF-4109-A72B-6327D2FA4AE1}" dt="2026-03-07T17:30:23.910" v="96000" actId="20577"/>
          <ac:spMkLst>
            <pc:docMk/>
            <pc:sldMk cId="4006053076" sldId="280"/>
            <ac:spMk id="40" creationId="{516AE360-DABF-3A18-8DC9-78E65848DFF9}"/>
          </ac:spMkLst>
        </pc:spChg>
        <pc:spChg chg="add mod">
          <ac:chgData name="渡辺　晃佑" userId="389c99e7-d706-4adf-bfd7-c02344591d2e" providerId="ADAL" clId="{AC6E613E-CCFF-4109-A72B-6327D2FA4AE1}" dt="2026-03-07T17:30:29.879" v="96006" actId="20577"/>
          <ac:spMkLst>
            <pc:docMk/>
            <pc:sldMk cId="4006053076" sldId="280"/>
            <ac:spMk id="41" creationId="{65EE94CE-2E04-76B9-1C04-CF5A192CCFD9}"/>
          </ac:spMkLst>
        </pc:spChg>
        <pc:spChg chg="add mod">
          <ac:chgData name="渡辺　晃佑" userId="389c99e7-d706-4adf-bfd7-c02344591d2e" providerId="ADAL" clId="{AC6E613E-CCFF-4109-A72B-6327D2FA4AE1}" dt="2026-03-07T17:53:06.779" v="96341" actId="20577"/>
          <ac:spMkLst>
            <pc:docMk/>
            <pc:sldMk cId="4006053076" sldId="280"/>
            <ac:spMk id="42" creationId="{4620B56E-9F34-DA88-F3A4-9372B77DE3F4}"/>
          </ac:spMkLst>
        </pc:spChg>
        <pc:grpChg chg="add mod">
          <ac:chgData name="渡辺　晃佑" userId="389c99e7-d706-4adf-bfd7-c02344591d2e" providerId="ADAL" clId="{AC6E613E-CCFF-4109-A72B-6327D2FA4AE1}" dt="2026-03-03T08:53:48.676" v="69090" actId="1076"/>
          <ac:grpSpMkLst>
            <pc:docMk/>
            <pc:sldMk cId="4006053076" sldId="280"/>
            <ac:grpSpMk id="11" creationId="{686CF87E-B50D-7362-9FE0-74E3931EDAC3}"/>
          </ac:grpSpMkLst>
        </pc:grpChg>
        <pc:grpChg chg="add mod">
          <ac:chgData name="渡辺　晃佑" userId="389c99e7-d706-4adf-bfd7-c02344591d2e" providerId="ADAL" clId="{AC6E613E-CCFF-4109-A72B-6327D2FA4AE1}" dt="2026-03-05T10:59:37.837" v="81598" actId="1076"/>
          <ac:grpSpMkLst>
            <pc:docMk/>
            <pc:sldMk cId="4006053076" sldId="280"/>
            <ac:grpSpMk id="23" creationId="{512F1899-8BE7-0E90-6557-8D6BB11F4E80}"/>
          </ac:grpSpMkLst>
        </pc:grpChg>
        <pc:grpChg chg="add mod">
          <ac:chgData name="渡辺　晃佑" userId="389c99e7-d706-4adf-bfd7-c02344591d2e" providerId="ADAL" clId="{AC6E613E-CCFF-4109-A72B-6327D2FA4AE1}" dt="2026-03-05T11:20:06.223" v="82190" actId="14100"/>
          <ac:grpSpMkLst>
            <pc:docMk/>
            <pc:sldMk cId="4006053076" sldId="280"/>
            <ac:grpSpMk id="24" creationId="{7A754113-A45D-7428-F22B-E8FC62C333D1}"/>
          </ac:grpSpMkLst>
        </pc:grpChg>
        <pc:grpChg chg="add mod">
          <ac:chgData name="渡辺　晃佑" userId="389c99e7-d706-4adf-bfd7-c02344591d2e" providerId="ADAL" clId="{AC6E613E-CCFF-4109-A72B-6327D2FA4AE1}" dt="2026-02-26T09:23:04.289" v="62160" actId="1076"/>
          <ac:grpSpMkLst>
            <pc:docMk/>
            <pc:sldMk cId="4006053076" sldId="280"/>
            <ac:grpSpMk id="28" creationId="{9EED6A87-14DC-CCEC-9B95-8DF6F1E1FF05}"/>
          </ac:grpSpMkLst>
        </pc:grpChg>
        <pc:picChg chg="add mod">
          <ac:chgData name="渡辺　晃佑" userId="389c99e7-d706-4adf-bfd7-c02344591d2e" providerId="ADAL" clId="{AC6E613E-CCFF-4109-A72B-6327D2FA4AE1}" dt="2026-03-05T10:58:40.482" v="81585" actId="1076"/>
          <ac:picMkLst>
            <pc:docMk/>
            <pc:sldMk cId="4006053076" sldId="280"/>
            <ac:picMk id="19" creationId="{2263CF8B-122E-9B75-C2C1-CC51F6D08550}"/>
          </ac:picMkLst>
        </pc:picChg>
        <pc:picChg chg="mod">
          <ac:chgData name="渡辺　晃佑" userId="389c99e7-d706-4adf-bfd7-c02344591d2e" providerId="ADAL" clId="{AC6E613E-CCFF-4109-A72B-6327D2FA4AE1}" dt="2026-02-26T09:23:04.289" v="62160" actId="1076"/>
          <ac:picMkLst>
            <pc:docMk/>
            <pc:sldMk cId="4006053076" sldId="280"/>
            <ac:picMk id="30" creationId="{E0EF2487-F44B-2DA0-EC9B-17315CD51CA7}"/>
          </ac:picMkLst>
        </pc:picChg>
        <pc:picChg chg="mod">
          <ac:chgData name="渡辺　晃佑" userId="389c99e7-d706-4adf-bfd7-c02344591d2e" providerId="ADAL" clId="{AC6E613E-CCFF-4109-A72B-6327D2FA4AE1}" dt="2026-03-05T11:20:06.223" v="82190" actId="14100"/>
          <ac:picMkLst>
            <pc:docMk/>
            <pc:sldMk cId="4006053076" sldId="280"/>
            <ac:picMk id="33" creationId="{968A56C4-FCAD-D14B-F344-98E99A2BE40B}"/>
          </ac:picMkLst>
        </pc:picChg>
        <pc:cxnChg chg="add">
          <ac:chgData name="渡辺　晃佑" userId="389c99e7-d706-4adf-bfd7-c02344591d2e" providerId="ADAL" clId="{AC6E613E-CCFF-4109-A72B-6327D2FA4AE1}" dt="2026-03-07T08:11:55.507" v="91629" actId="11529"/>
          <ac:cxnSpMkLst>
            <pc:docMk/>
            <pc:sldMk cId="4006053076" sldId="280"/>
            <ac:cxnSpMk id="21" creationId="{13CC7252-2956-A4FB-D6FC-D908BEAC25ED}"/>
          </ac:cxnSpMkLst>
        </pc:cxnChg>
        <pc:cxnChg chg="mod">
          <ac:chgData name="渡辺　晃佑" userId="389c99e7-d706-4adf-bfd7-c02344591d2e" providerId="ADAL" clId="{AC6E613E-CCFF-4109-A72B-6327D2FA4AE1}" dt="2026-03-05T11:20:08.805" v="82191" actId="14100"/>
          <ac:cxnSpMkLst>
            <pc:docMk/>
            <pc:sldMk cId="4006053076" sldId="280"/>
            <ac:cxnSpMk id="27" creationId="{C37D44E8-461D-5149-537E-9F9001034AAF}"/>
          </ac:cxnSpMkLst>
        </pc:cxnChg>
        <pc:cxnChg chg="mod">
          <ac:chgData name="渡辺　晃佑" userId="389c99e7-d706-4adf-bfd7-c02344591d2e" providerId="ADAL" clId="{AC6E613E-CCFF-4109-A72B-6327D2FA4AE1}" dt="2026-03-05T11:20:20.847" v="82192" actId="14100"/>
          <ac:cxnSpMkLst>
            <pc:docMk/>
            <pc:sldMk cId="4006053076" sldId="280"/>
            <ac:cxnSpMk id="29" creationId="{E3FFA83C-47CB-5DD9-0174-87FE3E516D70}"/>
          </ac:cxnSpMkLst>
        </pc:cxnChg>
        <pc:cxnChg chg="add mod">
          <ac:chgData name="渡辺　晃佑" userId="389c99e7-d706-4adf-bfd7-c02344591d2e" providerId="ADAL" clId="{AC6E613E-CCFF-4109-A72B-6327D2FA4AE1}" dt="2026-03-05T10:58:44.715" v="81586" actId="14100"/>
          <ac:cxnSpMkLst>
            <pc:docMk/>
            <pc:sldMk cId="4006053076" sldId="280"/>
            <ac:cxnSpMk id="32" creationId="{827D6B91-C71A-17FD-1151-DF8BA123149E}"/>
          </ac:cxnSpMkLst>
        </pc:cxnChg>
      </pc:sldChg>
      <pc:sldChg chg="addSp delSp modSp add mod addAnim delAnim modAnim modShow modNotesTx">
        <pc:chgData name="渡辺　晃佑" userId="389c99e7-d706-4adf-bfd7-c02344591d2e" providerId="ADAL" clId="{AC6E613E-CCFF-4109-A72B-6327D2FA4AE1}" dt="2026-03-12T08:07:53.721" v="96848"/>
        <pc:sldMkLst>
          <pc:docMk/>
          <pc:sldMk cId="1917038662" sldId="287"/>
        </pc:sldMkLst>
        <pc:spChg chg="mod">
          <ac:chgData name="渡辺　晃佑" userId="389c99e7-d706-4adf-bfd7-c02344591d2e" providerId="ADAL" clId="{AC6E613E-CCFF-4109-A72B-6327D2FA4AE1}" dt="2026-03-06T08:00:40.963" v="89564" actId="20577"/>
          <ac:spMkLst>
            <pc:docMk/>
            <pc:sldMk cId="1917038662" sldId="287"/>
            <ac:spMk id="2" creationId="{B10C7F8A-D73A-D2B2-4D3F-CE715990A38B}"/>
          </ac:spMkLst>
        </pc:spChg>
        <pc:spChg chg="mod">
          <ac:chgData name="渡辺　晃佑" userId="389c99e7-d706-4adf-bfd7-c02344591d2e" providerId="ADAL" clId="{AC6E613E-CCFF-4109-A72B-6327D2FA4AE1}" dt="2026-03-06T06:14:33.092" v="87216" actId="1076"/>
          <ac:spMkLst>
            <pc:docMk/>
            <pc:sldMk cId="1917038662" sldId="287"/>
            <ac:spMk id="5" creationId="{0C317B80-2F3B-5410-78F1-F0FABC4F935E}"/>
          </ac:spMkLst>
        </pc:spChg>
        <pc:spChg chg="mod">
          <ac:chgData name="渡辺　晃佑" userId="389c99e7-d706-4adf-bfd7-c02344591d2e" providerId="ADAL" clId="{AC6E613E-CCFF-4109-A72B-6327D2FA4AE1}" dt="2026-03-06T06:14:33.092" v="87216" actId="1076"/>
          <ac:spMkLst>
            <pc:docMk/>
            <pc:sldMk cId="1917038662" sldId="287"/>
            <ac:spMk id="6" creationId="{1E7660FF-5C20-D9E8-B96A-2645BA084039}"/>
          </ac:spMkLst>
        </pc:spChg>
        <pc:spChg chg="mod ord">
          <ac:chgData name="渡辺　晃佑" userId="389c99e7-d706-4adf-bfd7-c02344591d2e" providerId="ADAL" clId="{AC6E613E-CCFF-4109-A72B-6327D2FA4AE1}" dt="2026-03-08T15:08:56.239" v="96526" actId="20577"/>
          <ac:spMkLst>
            <pc:docMk/>
            <pc:sldMk cId="1917038662" sldId="287"/>
            <ac:spMk id="10" creationId="{8AA911F0-C3AF-C433-FEE5-B91510480F4E}"/>
          </ac:spMkLst>
        </pc:spChg>
        <pc:spChg chg="mod">
          <ac:chgData name="渡辺　晃佑" userId="389c99e7-d706-4adf-bfd7-c02344591d2e" providerId="ADAL" clId="{AC6E613E-CCFF-4109-A72B-6327D2FA4AE1}" dt="2026-03-06T08:03:54.758" v="89723" actId="20577"/>
          <ac:spMkLst>
            <pc:docMk/>
            <pc:sldMk cId="1917038662" sldId="287"/>
            <ac:spMk id="12" creationId="{A098269C-87B4-1412-1D4B-98BA85D2FCB0}"/>
          </ac:spMkLst>
        </pc:spChg>
        <pc:spChg chg="mod">
          <ac:chgData name="渡辺　晃佑" userId="389c99e7-d706-4adf-bfd7-c02344591d2e" providerId="ADAL" clId="{AC6E613E-CCFF-4109-A72B-6327D2FA4AE1}" dt="2026-03-06T08:01:26.888" v="89585" actId="14100"/>
          <ac:spMkLst>
            <pc:docMk/>
            <pc:sldMk cId="1917038662" sldId="287"/>
            <ac:spMk id="13" creationId="{36F8D981-B462-D2E4-B56C-F3F5CD48C5B1}"/>
          </ac:spMkLst>
        </pc:spChg>
        <pc:spChg chg="mod">
          <ac:chgData name="渡辺　晃佑" userId="389c99e7-d706-4adf-bfd7-c02344591d2e" providerId="ADAL" clId="{AC6E613E-CCFF-4109-A72B-6327D2FA4AE1}" dt="2026-03-06T06:14:33.092" v="87216" actId="1076"/>
          <ac:spMkLst>
            <pc:docMk/>
            <pc:sldMk cId="1917038662" sldId="287"/>
            <ac:spMk id="15" creationId="{A46FDF22-B20F-8383-3BD3-409E682C3AEB}"/>
          </ac:spMkLst>
        </pc:spChg>
        <pc:spChg chg="add mod ord">
          <ac:chgData name="渡辺　晃佑" userId="389c99e7-d706-4adf-bfd7-c02344591d2e" providerId="ADAL" clId="{AC6E613E-CCFF-4109-A72B-6327D2FA4AE1}" dt="2026-03-06T06:18:13.944" v="87337" actId="14100"/>
          <ac:spMkLst>
            <pc:docMk/>
            <pc:sldMk cId="1917038662" sldId="287"/>
            <ac:spMk id="16" creationId="{AB549CC1-AC99-4C6C-28A9-4980BFFE5A62}"/>
          </ac:spMkLst>
        </pc:spChg>
        <pc:spChg chg="ord">
          <ac:chgData name="渡辺　晃佑" userId="389c99e7-d706-4adf-bfd7-c02344591d2e" providerId="ADAL" clId="{AC6E613E-CCFF-4109-A72B-6327D2FA4AE1}" dt="2026-03-05T11:24:21.867" v="82227" actId="166"/>
          <ac:spMkLst>
            <pc:docMk/>
            <pc:sldMk cId="1917038662" sldId="287"/>
            <ac:spMk id="17" creationId="{C0756958-AB62-249A-3E3B-F9AABCCCDD83}"/>
          </ac:spMkLst>
        </pc:spChg>
        <pc:spChg chg="add mod">
          <ac:chgData name="渡辺　晃佑" userId="389c99e7-d706-4adf-bfd7-c02344591d2e" providerId="ADAL" clId="{AC6E613E-CCFF-4109-A72B-6327D2FA4AE1}" dt="2026-03-06T06:18:10.491" v="87336" actId="14100"/>
          <ac:spMkLst>
            <pc:docMk/>
            <pc:sldMk cId="1917038662" sldId="287"/>
            <ac:spMk id="18" creationId="{258BA91B-749A-21B5-68B4-CDD2A44DBDB9}"/>
          </ac:spMkLst>
        </pc:spChg>
        <pc:spChg chg="add mod">
          <ac:chgData name="渡辺　晃佑" userId="389c99e7-d706-4adf-bfd7-c02344591d2e" providerId="ADAL" clId="{AC6E613E-CCFF-4109-A72B-6327D2FA4AE1}" dt="2026-03-06T06:15:35.969" v="87229" actId="1076"/>
          <ac:spMkLst>
            <pc:docMk/>
            <pc:sldMk cId="1917038662" sldId="287"/>
            <ac:spMk id="19" creationId="{F6E93BBC-920A-8D74-A0BE-19FC6F80924C}"/>
          </ac:spMkLst>
        </pc:spChg>
        <pc:spChg chg="mod">
          <ac:chgData name="渡辺　晃佑" userId="389c99e7-d706-4adf-bfd7-c02344591d2e" providerId="ADAL" clId="{AC6E613E-CCFF-4109-A72B-6327D2FA4AE1}" dt="2026-03-05T08:14:20.841" v="79884" actId="1076"/>
          <ac:spMkLst>
            <pc:docMk/>
            <pc:sldMk cId="1917038662" sldId="287"/>
            <ac:spMk id="20" creationId="{022EC891-3C0F-0F2D-1C65-22C17EBBD87D}"/>
          </ac:spMkLst>
        </pc:spChg>
        <pc:spChg chg="ord">
          <ac:chgData name="渡辺　晃佑" userId="389c99e7-d706-4adf-bfd7-c02344591d2e" providerId="ADAL" clId="{AC6E613E-CCFF-4109-A72B-6327D2FA4AE1}" dt="2026-03-05T11:24:30.328" v="82228" actId="166"/>
          <ac:spMkLst>
            <pc:docMk/>
            <pc:sldMk cId="1917038662" sldId="287"/>
            <ac:spMk id="23" creationId="{46A9F84F-E063-C18C-5ACB-23FB45615AC9}"/>
          </ac:spMkLst>
        </pc:spChg>
        <pc:spChg chg="mod ord topLvl">
          <ac:chgData name="渡辺　晃佑" userId="389c99e7-d706-4adf-bfd7-c02344591d2e" providerId="ADAL" clId="{AC6E613E-CCFF-4109-A72B-6327D2FA4AE1}" dt="2026-03-05T10:38:45.028" v="81142" actId="164"/>
          <ac:spMkLst>
            <pc:docMk/>
            <pc:sldMk cId="1917038662" sldId="287"/>
            <ac:spMk id="25" creationId="{E07B2AA0-A2AC-8898-B56A-60AC1CE79C66}"/>
          </ac:spMkLst>
        </pc:spChg>
        <pc:spChg chg="mod">
          <ac:chgData name="渡辺　晃佑" userId="389c99e7-d706-4adf-bfd7-c02344591d2e" providerId="ADAL" clId="{AC6E613E-CCFF-4109-A72B-6327D2FA4AE1}" dt="2026-03-06T08:00:12.470" v="89513" actId="1036"/>
          <ac:spMkLst>
            <pc:docMk/>
            <pc:sldMk cId="1917038662" sldId="287"/>
            <ac:spMk id="26" creationId="{20544ABE-C03F-20F6-03AF-C78B05EBD99D}"/>
          </ac:spMkLst>
        </pc:spChg>
        <pc:spChg chg="add mod">
          <ac:chgData name="渡辺　晃佑" userId="389c99e7-d706-4adf-bfd7-c02344591d2e" providerId="ADAL" clId="{AC6E613E-CCFF-4109-A72B-6327D2FA4AE1}" dt="2026-03-05T12:21:48.322" v="83672" actId="1076"/>
          <ac:spMkLst>
            <pc:docMk/>
            <pc:sldMk cId="1917038662" sldId="287"/>
            <ac:spMk id="28" creationId="{7D25DB84-5D38-4804-E997-9DD1CED1B27C}"/>
          </ac:spMkLst>
        </pc:spChg>
        <pc:spChg chg="mod">
          <ac:chgData name="渡辺　晃佑" userId="389c99e7-d706-4adf-bfd7-c02344591d2e" providerId="ADAL" clId="{AC6E613E-CCFF-4109-A72B-6327D2FA4AE1}" dt="2026-03-06T06:17:34.299" v="87331" actId="122"/>
          <ac:spMkLst>
            <pc:docMk/>
            <pc:sldMk cId="1917038662" sldId="287"/>
            <ac:spMk id="36" creationId="{31717F3E-90B7-8670-D632-CF0AEE9DC9EA}"/>
          </ac:spMkLst>
        </pc:spChg>
        <pc:spChg chg="mod ord">
          <ac:chgData name="渡辺　晃佑" userId="389c99e7-d706-4adf-bfd7-c02344591d2e" providerId="ADAL" clId="{AC6E613E-CCFF-4109-A72B-6327D2FA4AE1}" dt="2026-03-07T17:58:52.896" v="96421" actId="166"/>
          <ac:spMkLst>
            <pc:docMk/>
            <pc:sldMk cId="1917038662" sldId="287"/>
            <ac:spMk id="119" creationId="{FBC17829-4623-C0BC-BFEE-DE9E5B27D032}"/>
          </ac:spMkLst>
        </pc:spChg>
        <pc:spChg chg="mod ord">
          <ac:chgData name="渡辺　晃佑" userId="389c99e7-d706-4adf-bfd7-c02344591d2e" providerId="ADAL" clId="{AC6E613E-CCFF-4109-A72B-6327D2FA4AE1}" dt="2026-03-07T17:58:52.896" v="96421" actId="166"/>
          <ac:spMkLst>
            <pc:docMk/>
            <pc:sldMk cId="1917038662" sldId="287"/>
            <ac:spMk id="120" creationId="{544555A5-DB57-8408-6C53-5D7238F953C6}"/>
          </ac:spMkLst>
        </pc:spChg>
        <pc:grpChg chg="add mod">
          <ac:chgData name="渡辺　晃佑" userId="389c99e7-d706-4adf-bfd7-c02344591d2e" providerId="ADAL" clId="{AC6E613E-CCFF-4109-A72B-6327D2FA4AE1}" dt="2026-03-06T06:14:35.828" v="87217" actId="1076"/>
          <ac:grpSpMkLst>
            <pc:docMk/>
            <pc:sldMk cId="1917038662" sldId="287"/>
            <ac:grpSpMk id="11" creationId="{F192DBD1-A8E6-4E22-49D7-7B927AB59890}"/>
          </ac:grpSpMkLst>
        </pc:grpChg>
        <pc:grpChg chg="add mod">
          <ac:chgData name="渡辺　晃佑" userId="389c99e7-d706-4adf-bfd7-c02344591d2e" providerId="ADAL" clId="{AC6E613E-CCFF-4109-A72B-6327D2FA4AE1}" dt="2026-03-06T06:17:58.637" v="87334" actId="1076"/>
          <ac:grpSpMkLst>
            <pc:docMk/>
            <pc:sldMk cId="1917038662" sldId="287"/>
            <ac:grpSpMk id="21" creationId="{24D6EA17-8D84-241E-4403-AF7730A62BAA}"/>
          </ac:grpSpMkLst>
        </pc:grpChg>
        <pc:grpChg chg="add mod ord">
          <ac:chgData name="渡辺　晃佑" userId="389c99e7-d706-4adf-bfd7-c02344591d2e" providerId="ADAL" clId="{AC6E613E-CCFF-4109-A72B-6327D2FA4AE1}" dt="2026-03-06T06:14:40.229" v="87219" actId="1076"/>
          <ac:grpSpMkLst>
            <pc:docMk/>
            <pc:sldMk cId="1917038662" sldId="287"/>
            <ac:grpSpMk id="22" creationId="{62CEC29A-5A1C-50D9-1466-1774D66F81EF}"/>
          </ac:grpSpMkLst>
        </pc:grpChg>
        <pc:cxnChg chg="mod">
          <ac:chgData name="渡辺　晃佑" userId="389c99e7-d706-4adf-bfd7-c02344591d2e" providerId="ADAL" clId="{AC6E613E-CCFF-4109-A72B-6327D2FA4AE1}" dt="2026-03-06T06:14:33.092" v="87216" actId="1076"/>
          <ac:cxnSpMkLst>
            <pc:docMk/>
            <pc:sldMk cId="1917038662" sldId="287"/>
            <ac:cxnSpMk id="14" creationId="{100AF2FF-04AC-B356-20E9-29FA248CB46E}"/>
          </ac:cxnSpMkLst>
        </pc:cxnChg>
      </pc:sldChg>
      <pc:sldChg chg="addSp delSp modSp add mod delAnim modAnim modNotesTx">
        <pc:chgData name="渡辺　晃佑" userId="389c99e7-d706-4adf-bfd7-c02344591d2e" providerId="ADAL" clId="{AC6E613E-CCFF-4109-A72B-6327D2FA4AE1}" dt="2026-03-12T13:01:36.966" v="97312" actId="20577"/>
        <pc:sldMkLst>
          <pc:docMk/>
          <pc:sldMk cId="1887553529" sldId="289"/>
        </pc:sldMkLst>
        <pc:spChg chg="add mod">
          <ac:chgData name="渡辺　晃佑" userId="389c99e7-d706-4adf-bfd7-c02344591d2e" providerId="ADAL" clId="{AC6E613E-CCFF-4109-A72B-6327D2FA4AE1}" dt="2026-03-12T09:41:19.565" v="97109" actId="164"/>
          <ac:spMkLst>
            <pc:docMk/>
            <pc:sldMk cId="1887553529" sldId="289"/>
            <ac:spMk id="3" creationId="{BDAE6C38-2D8D-EE01-4EDC-0A2F3BE36D19}"/>
          </ac:spMkLst>
        </pc:spChg>
        <pc:spChg chg="add mod">
          <ac:chgData name="渡辺　晃佑" userId="389c99e7-d706-4adf-bfd7-c02344591d2e" providerId="ADAL" clId="{AC6E613E-CCFF-4109-A72B-6327D2FA4AE1}" dt="2026-03-12T09:41:19.565" v="97109" actId="164"/>
          <ac:spMkLst>
            <pc:docMk/>
            <pc:sldMk cId="1887553529" sldId="289"/>
            <ac:spMk id="5" creationId="{60CB1F91-E10A-3638-8D0D-7E628977FFE6}"/>
          </ac:spMkLst>
        </pc:spChg>
        <pc:spChg chg="mod">
          <ac:chgData name="渡辺　晃佑" userId="389c99e7-d706-4adf-bfd7-c02344591d2e" providerId="ADAL" clId="{AC6E613E-CCFF-4109-A72B-6327D2FA4AE1}" dt="2026-03-06T06:22:08.058" v="87403" actId="14100"/>
          <ac:spMkLst>
            <pc:docMk/>
            <pc:sldMk cId="1887553529" sldId="289"/>
            <ac:spMk id="6" creationId="{FE0A8D7B-0108-0EBD-4AA1-B4705273B81B}"/>
          </ac:spMkLst>
        </pc:spChg>
        <pc:spChg chg="mod">
          <ac:chgData name="渡辺　晃佑" userId="389c99e7-d706-4adf-bfd7-c02344591d2e" providerId="ADAL" clId="{AC6E613E-CCFF-4109-A72B-6327D2FA4AE1}" dt="2026-03-06T06:22:00.790" v="87402" actId="1076"/>
          <ac:spMkLst>
            <pc:docMk/>
            <pc:sldMk cId="1887553529" sldId="289"/>
            <ac:spMk id="15" creationId="{D3B49FD1-F4C6-44B8-3C8C-6A3CE1AD8767}"/>
          </ac:spMkLst>
        </pc:spChg>
        <pc:spChg chg="add mod">
          <ac:chgData name="渡辺　晃佑" userId="389c99e7-d706-4adf-bfd7-c02344591d2e" providerId="ADAL" clId="{AC6E613E-CCFF-4109-A72B-6327D2FA4AE1}" dt="2026-03-06T06:26:50.528" v="87535" actId="207"/>
          <ac:spMkLst>
            <pc:docMk/>
            <pc:sldMk cId="1887553529" sldId="289"/>
            <ac:spMk id="18" creationId="{1F919992-2D8F-9FA0-1175-38F91C7BD481}"/>
          </ac:spMkLst>
        </pc:spChg>
        <pc:spChg chg="mod">
          <ac:chgData name="渡辺　晃佑" userId="389c99e7-d706-4adf-bfd7-c02344591d2e" providerId="ADAL" clId="{AC6E613E-CCFF-4109-A72B-6327D2FA4AE1}" dt="2026-03-06T06:22:00.790" v="87402" actId="1076"/>
          <ac:spMkLst>
            <pc:docMk/>
            <pc:sldMk cId="1887553529" sldId="289"/>
            <ac:spMk id="19" creationId="{F5EB87C7-E252-399B-42D3-C7D5A8CEC8B6}"/>
          </ac:spMkLst>
        </pc:spChg>
        <pc:spChg chg="add mod">
          <ac:chgData name="渡辺　晃佑" userId="389c99e7-d706-4adf-bfd7-c02344591d2e" providerId="ADAL" clId="{AC6E613E-CCFF-4109-A72B-6327D2FA4AE1}" dt="2026-03-08T15:10:56.516" v="96615" actId="20577"/>
          <ac:spMkLst>
            <pc:docMk/>
            <pc:sldMk cId="1887553529" sldId="289"/>
            <ac:spMk id="25" creationId="{11DA4B0B-43D5-1902-6CE1-B2F3AABF82E7}"/>
          </ac:spMkLst>
        </pc:spChg>
        <pc:spChg chg="add mod">
          <ac:chgData name="渡辺　晃佑" userId="389c99e7-d706-4adf-bfd7-c02344591d2e" providerId="ADAL" clId="{AC6E613E-CCFF-4109-A72B-6327D2FA4AE1}" dt="2026-03-07T15:36:31.094" v="94902" actId="20577"/>
          <ac:spMkLst>
            <pc:docMk/>
            <pc:sldMk cId="1887553529" sldId="289"/>
            <ac:spMk id="26" creationId="{3581332C-D95C-4527-D102-861614EFFAE2}"/>
          </ac:spMkLst>
        </pc:spChg>
        <pc:spChg chg="add mod">
          <ac:chgData name="渡辺　晃佑" userId="389c99e7-d706-4adf-bfd7-c02344591d2e" providerId="ADAL" clId="{AC6E613E-CCFF-4109-A72B-6327D2FA4AE1}" dt="2026-03-06T06:37:23.436" v="87650" actId="122"/>
          <ac:spMkLst>
            <pc:docMk/>
            <pc:sldMk cId="1887553529" sldId="289"/>
            <ac:spMk id="29" creationId="{07E0CDB2-3582-56A7-F425-4B942A1E4E79}"/>
          </ac:spMkLst>
        </pc:spChg>
        <pc:spChg chg="add mod">
          <ac:chgData name="渡辺　晃佑" userId="389c99e7-d706-4adf-bfd7-c02344591d2e" providerId="ADAL" clId="{AC6E613E-CCFF-4109-A72B-6327D2FA4AE1}" dt="2026-03-06T06:27:06.342" v="87537" actId="207"/>
          <ac:spMkLst>
            <pc:docMk/>
            <pc:sldMk cId="1887553529" sldId="289"/>
            <ac:spMk id="32" creationId="{311E6384-ED57-A19C-8945-070FB88210EE}"/>
          </ac:spMkLst>
        </pc:spChg>
        <pc:spChg chg="mod">
          <ac:chgData name="渡辺　晃佑" userId="389c99e7-d706-4adf-bfd7-c02344591d2e" providerId="ADAL" clId="{AC6E613E-CCFF-4109-A72B-6327D2FA4AE1}" dt="2026-03-06T06:22:00.790" v="87402" actId="1076"/>
          <ac:spMkLst>
            <pc:docMk/>
            <pc:sldMk cId="1887553529" sldId="289"/>
            <ac:spMk id="34" creationId="{B74AEAE6-B64C-917E-3ADC-F927C596A772}"/>
          </ac:spMkLst>
        </pc:spChg>
        <pc:spChg chg="mod">
          <ac:chgData name="渡辺　晃佑" userId="389c99e7-d706-4adf-bfd7-c02344591d2e" providerId="ADAL" clId="{AC6E613E-CCFF-4109-A72B-6327D2FA4AE1}" dt="2026-03-06T06:22:00.790" v="87402" actId="1076"/>
          <ac:spMkLst>
            <pc:docMk/>
            <pc:sldMk cId="1887553529" sldId="289"/>
            <ac:spMk id="36" creationId="{BA032068-736F-0B68-CA75-2682D1152C9D}"/>
          </ac:spMkLst>
        </pc:spChg>
        <pc:spChg chg="add mod">
          <ac:chgData name="渡辺　晃佑" userId="389c99e7-d706-4adf-bfd7-c02344591d2e" providerId="ADAL" clId="{AC6E613E-CCFF-4109-A72B-6327D2FA4AE1}" dt="2026-03-06T06:27:00.937" v="87536" actId="207"/>
          <ac:spMkLst>
            <pc:docMk/>
            <pc:sldMk cId="1887553529" sldId="289"/>
            <ac:spMk id="38" creationId="{4CAF4ACC-A549-BDCF-2685-FA10FF898179}"/>
          </ac:spMkLst>
        </pc:spChg>
        <pc:spChg chg="mod">
          <ac:chgData name="渡辺　晃佑" userId="389c99e7-d706-4adf-bfd7-c02344591d2e" providerId="ADAL" clId="{AC6E613E-CCFF-4109-A72B-6327D2FA4AE1}" dt="2026-03-07T09:04:21.861" v="92595" actId="14100"/>
          <ac:spMkLst>
            <pc:docMk/>
            <pc:sldMk cId="1887553529" sldId="289"/>
            <ac:spMk id="52" creationId="{AD4C7BE8-5878-68C6-CECC-F4DB673304FC}"/>
          </ac:spMkLst>
        </pc:spChg>
        <pc:spChg chg="add mod">
          <ac:chgData name="渡辺　晃佑" userId="389c99e7-d706-4adf-bfd7-c02344591d2e" providerId="ADAL" clId="{AC6E613E-CCFF-4109-A72B-6327D2FA4AE1}" dt="2026-03-06T06:32:35.463" v="87595" actId="1076"/>
          <ac:spMkLst>
            <pc:docMk/>
            <pc:sldMk cId="1887553529" sldId="289"/>
            <ac:spMk id="61" creationId="{866CBCC5-D1CA-E9C2-0DA9-0B0B76171DBD}"/>
          </ac:spMkLst>
        </pc:spChg>
        <pc:spChg chg="add mod">
          <ac:chgData name="渡辺　晃佑" userId="389c99e7-d706-4adf-bfd7-c02344591d2e" providerId="ADAL" clId="{AC6E613E-CCFF-4109-A72B-6327D2FA4AE1}" dt="2026-03-06T06:31:16.342" v="87580" actId="207"/>
          <ac:spMkLst>
            <pc:docMk/>
            <pc:sldMk cId="1887553529" sldId="289"/>
            <ac:spMk id="64" creationId="{C0B3D48E-62BE-59EB-88A2-4751FA7E81FE}"/>
          </ac:spMkLst>
        </pc:spChg>
        <pc:spChg chg="add mod">
          <ac:chgData name="渡辺　晃佑" userId="389c99e7-d706-4adf-bfd7-c02344591d2e" providerId="ADAL" clId="{AC6E613E-CCFF-4109-A72B-6327D2FA4AE1}" dt="2026-03-06T06:31:20.849" v="87581" actId="207"/>
          <ac:spMkLst>
            <pc:docMk/>
            <pc:sldMk cId="1887553529" sldId="289"/>
            <ac:spMk id="65" creationId="{560565C2-A899-A200-B4CE-CBC60DFA4629}"/>
          </ac:spMkLst>
        </pc:spChg>
        <pc:spChg chg="add mod">
          <ac:chgData name="渡辺　晃佑" userId="389c99e7-d706-4adf-bfd7-c02344591d2e" providerId="ADAL" clId="{AC6E613E-CCFF-4109-A72B-6327D2FA4AE1}" dt="2026-03-06T06:33:01.703" v="87600" actId="14100"/>
          <ac:spMkLst>
            <pc:docMk/>
            <pc:sldMk cId="1887553529" sldId="289"/>
            <ac:spMk id="66" creationId="{31F113CC-C9BA-1632-B09F-CFFD4A85E656}"/>
          </ac:spMkLst>
        </pc:spChg>
        <pc:spChg chg="add mod ord">
          <ac:chgData name="渡辺　晃佑" userId="389c99e7-d706-4adf-bfd7-c02344591d2e" providerId="ADAL" clId="{AC6E613E-CCFF-4109-A72B-6327D2FA4AE1}" dt="2026-03-06T06:54:06.491" v="87770" actId="166"/>
          <ac:spMkLst>
            <pc:docMk/>
            <pc:sldMk cId="1887553529" sldId="289"/>
            <ac:spMk id="71" creationId="{98F033D7-84DF-AF48-4C8D-6ED2E235BEDD}"/>
          </ac:spMkLst>
        </pc:spChg>
        <pc:spChg chg="add mod ord">
          <ac:chgData name="渡辺　晃佑" userId="389c99e7-d706-4adf-bfd7-c02344591d2e" providerId="ADAL" clId="{AC6E613E-CCFF-4109-A72B-6327D2FA4AE1}" dt="2026-03-06T06:54:06.491" v="87770" actId="166"/>
          <ac:spMkLst>
            <pc:docMk/>
            <pc:sldMk cId="1887553529" sldId="289"/>
            <ac:spMk id="72" creationId="{0D8BDB9C-8A2D-99A4-DEF7-96FFB116495C}"/>
          </ac:spMkLst>
        </pc:spChg>
        <pc:spChg chg="mod">
          <ac:chgData name="渡辺　晃佑" userId="389c99e7-d706-4adf-bfd7-c02344591d2e" providerId="ADAL" clId="{AC6E613E-CCFF-4109-A72B-6327D2FA4AE1}" dt="2026-03-12T13:01:36.966" v="97312" actId="20577"/>
          <ac:spMkLst>
            <pc:docMk/>
            <pc:sldMk cId="1887553529" sldId="289"/>
            <ac:spMk id="73" creationId="{EDADE13E-43C7-DC5D-E97B-4F5B3F96E25E}"/>
          </ac:spMkLst>
        </pc:spChg>
        <pc:spChg chg="add mod ord">
          <ac:chgData name="渡辺　晃佑" userId="389c99e7-d706-4adf-bfd7-c02344591d2e" providerId="ADAL" clId="{AC6E613E-CCFF-4109-A72B-6327D2FA4AE1}" dt="2026-03-06T06:54:06.491" v="87770" actId="166"/>
          <ac:spMkLst>
            <pc:docMk/>
            <pc:sldMk cId="1887553529" sldId="289"/>
            <ac:spMk id="74" creationId="{4C030201-43A4-AE2C-8D1B-F5140BBBFF51}"/>
          </ac:spMkLst>
        </pc:spChg>
        <pc:spChg chg="mod">
          <ac:chgData name="渡辺　晃佑" userId="389c99e7-d706-4adf-bfd7-c02344591d2e" providerId="ADAL" clId="{AC6E613E-CCFF-4109-A72B-6327D2FA4AE1}" dt="2026-03-06T06:36:17.173" v="87618"/>
          <ac:spMkLst>
            <pc:docMk/>
            <pc:sldMk cId="1887553529" sldId="289"/>
            <ac:spMk id="77" creationId="{243CADB5-CF51-44A5-5672-066823DE644D}"/>
          </ac:spMkLst>
        </pc:spChg>
        <pc:spChg chg="mod">
          <ac:chgData name="渡辺　晃佑" userId="389c99e7-d706-4adf-bfd7-c02344591d2e" providerId="ADAL" clId="{AC6E613E-CCFF-4109-A72B-6327D2FA4AE1}" dt="2026-03-06T06:36:17.173" v="87618"/>
          <ac:spMkLst>
            <pc:docMk/>
            <pc:sldMk cId="1887553529" sldId="289"/>
            <ac:spMk id="78" creationId="{47B46E78-B552-D735-0B9E-10A747408F54}"/>
          </ac:spMkLst>
        </pc:spChg>
        <pc:spChg chg="add mod">
          <ac:chgData name="渡辺　晃佑" userId="389c99e7-d706-4adf-bfd7-c02344591d2e" providerId="ADAL" clId="{AC6E613E-CCFF-4109-A72B-6327D2FA4AE1}" dt="2026-03-06T06:37:16.352" v="87649" actId="1038"/>
          <ac:spMkLst>
            <pc:docMk/>
            <pc:sldMk cId="1887553529" sldId="289"/>
            <ac:spMk id="82" creationId="{75B94836-68E5-D23F-F56E-262A740FD132}"/>
          </ac:spMkLst>
        </pc:spChg>
        <pc:spChg chg="add mod">
          <ac:chgData name="渡辺　晃佑" userId="389c99e7-d706-4adf-bfd7-c02344591d2e" providerId="ADAL" clId="{AC6E613E-CCFF-4109-A72B-6327D2FA4AE1}" dt="2026-03-06T06:37:16.352" v="87649" actId="1038"/>
          <ac:spMkLst>
            <pc:docMk/>
            <pc:sldMk cId="1887553529" sldId="289"/>
            <ac:spMk id="83" creationId="{8712AFED-3204-5C11-D5A2-D92F50BE63E1}"/>
          </ac:spMkLst>
        </pc:spChg>
        <pc:spChg chg="add mod">
          <ac:chgData name="渡辺　晃佑" userId="389c99e7-d706-4adf-bfd7-c02344591d2e" providerId="ADAL" clId="{AC6E613E-CCFF-4109-A72B-6327D2FA4AE1}" dt="2026-03-06T06:37:16.352" v="87649" actId="1038"/>
          <ac:spMkLst>
            <pc:docMk/>
            <pc:sldMk cId="1887553529" sldId="289"/>
            <ac:spMk id="84" creationId="{9550DD3B-EE72-0E11-4498-2C02210CB769}"/>
          </ac:spMkLst>
        </pc:spChg>
        <pc:spChg chg="add mod">
          <ac:chgData name="渡辺　晃佑" userId="389c99e7-d706-4adf-bfd7-c02344591d2e" providerId="ADAL" clId="{AC6E613E-CCFF-4109-A72B-6327D2FA4AE1}" dt="2026-03-06T06:37:55.683" v="87666" actId="1076"/>
          <ac:spMkLst>
            <pc:docMk/>
            <pc:sldMk cId="1887553529" sldId="289"/>
            <ac:spMk id="85" creationId="{9085E214-0998-A0AA-9725-1034BC687219}"/>
          </ac:spMkLst>
        </pc:spChg>
        <pc:spChg chg="add mod">
          <ac:chgData name="渡辺　晃佑" userId="389c99e7-d706-4adf-bfd7-c02344591d2e" providerId="ADAL" clId="{AC6E613E-CCFF-4109-A72B-6327D2FA4AE1}" dt="2026-03-06T06:53:05.878" v="87759" actId="207"/>
          <ac:spMkLst>
            <pc:docMk/>
            <pc:sldMk cId="1887553529" sldId="289"/>
            <ac:spMk id="97" creationId="{39939CB0-2B33-10F0-2AF6-9C21D593EC2F}"/>
          </ac:spMkLst>
        </pc:spChg>
        <pc:spChg chg="add mod">
          <ac:chgData name="渡辺　晃佑" userId="389c99e7-d706-4adf-bfd7-c02344591d2e" providerId="ADAL" clId="{AC6E613E-CCFF-4109-A72B-6327D2FA4AE1}" dt="2026-03-07T09:06:49.571" v="92636" actId="1076"/>
          <ac:spMkLst>
            <pc:docMk/>
            <pc:sldMk cId="1887553529" sldId="289"/>
            <ac:spMk id="98" creationId="{40BDE767-0215-B766-CC87-FFA140A57D90}"/>
          </ac:spMkLst>
        </pc:spChg>
        <pc:grpChg chg="add mod">
          <ac:chgData name="渡辺　晃佑" userId="389c99e7-d706-4adf-bfd7-c02344591d2e" providerId="ADAL" clId="{AC6E613E-CCFF-4109-A72B-6327D2FA4AE1}" dt="2026-03-12T09:41:19.565" v="97109" actId="164"/>
          <ac:grpSpMkLst>
            <pc:docMk/>
            <pc:sldMk cId="1887553529" sldId="289"/>
            <ac:grpSpMk id="7" creationId="{F0E863FE-7C77-B758-16AB-E07B090E1B11}"/>
          </ac:grpSpMkLst>
        </pc:grpChg>
        <pc:grpChg chg="add mod">
          <ac:chgData name="渡辺　晃佑" userId="389c99e7-d706-4adf-bfd7-c02344591d2e" providerId="ADAL" clId="{AC6E613E-CCFF-4109-A72B-6327D2FA4AE1}" dt="2026-03-06T06:37:16.352" v="87649" actId="1038"/>
          <ac:grpSpMkLst>
            <pc:docMk/>
            <pc:sldMk cId="1887553529" sldId="289"/>
            <ac:grpSpMk id="76" creationId="{AB763942-02FB-5DCB-DD8E-BB702B8664BB}"/>
          </ac:grpSpMkLst>
        </pc:grpChg>
        <pc:graphicFrameChg chg="add mod ord modGraphic">
          <ac:chgData name="渡辺　晃佑" userId="389c99e7-d706-4adf-bfd7-c02344591d2e" providerId="ADAL" clId="{AC6E613E-CCFF-4109-A72B-6327D2FA4AE1}" dt="2026-03-07T09:06:36.762" v="92635" actId="166"/>
          <ac:graphicFrameMkLst>
            <pc:docMk/>
            <pc:sldMk cId="1887553529" sldId="289"/>
            <ac:graphicFrameMk id="62" creationId="{876B1DB5-8788-8A10-0686-86A3DE627806}"/>
          </ac:graphicFrameMkLst>
        </pc:graphicFrameChg>
        <pc:graphicFrameChg chg="add mod ord">
          <ac:chgData name="渡辺　晃佑" userId="389c99e7-d706-4adf-bfd7-c02344591d2e" providerId="ADAL" clId="{AC6E613E-CCFF-4109-A72B-6327D2FA4AE1}" dt="2026-03-07T09:06:36.762" v="92635" actId="166"/>
          <ac:graphicFrameMkLst>
            <pc:docMk/>
            <pc:sldMk cId="1887553529" sldId="289"/>
            <ac:graphicFrameMk id="68" creationId="{7326100A-F61D-F551-F977-AD776E4E3A43}"/>
          </ac:graphicFrameMkLst>
        </pc:graphicFrameChg>
        <pc:graphicFrameChg chg="add mod ord">
          <ac:chgData name="渡辺　晃佑" userId="389c99e7-d706-4adf-bfd7-c02344591d2e" providerId="ADAL" clId="{AC6E613E-CCFF-4109-A72B-6327D2FA4AE1}" dt="2026-03-07T09:06:36.762" v="92635" actId="166"/>
          <ac:graphicFrameMkLst>
            <pc:docMk/>
            <pc:sldMk cId="1887553529" sldId="289"/>
            <ac:graphicFrameMk id="69" creationId="{627AAA3E-76B9-DBC1-124D-FA41EFD69DC4}"/>
          </ac:graphicFrameMkLst>
        </pc:graphicFrameChg>
        <pc:graphicFrameChg chg="add mod ord">
          <ac:chgData name="渡辺　晃佑" userId="389c99e7-d706-4adf-bfd7-c02344591d2e" providerId="ADAL" clId="{AC6E613E-CCFF-4109-A72B-6327D2FA4AE1}" dt="2026-03-07T09:06:36.762" v="92635" actId="166"/>
          <ac:graphicFrameMkLst>
            <pc:docMk/>
            <pc:sldMk cId="1887553529" sldId="289"/>
            <ac:graphicFrameMk id="70" creationId="{56D81D09-3319-1877-83CE-0D019BBDB496}"/>
          </ac:graphicFrameMkLst>
        </pc:graphicFrameChg>
        <pc:cxnChg chg="add mod">
          <ac:chgData name="渡辺　晃佑" userId="389c99e7-d706-4adf-bfd7-c02344591d2e" providerId="ADAL" clId="{AC6E613E-CCFF-4109-A72B-6327D2FA4AE1}" dt="2026-03-06T06:27:31.128" v="87541" actId="208"/>
          <ac:cxnSpMkLst>
            <pc:docMk/>
            <pc:sldMk cId="1887553529" sldId="289"/>
            <ac:cxnSpMk id="40" creationId="{71B2D0D9-0D22-C3A6-9360-A886B53F7763}"/>
          </ac:cxnSpMkLst>
        </pc:cxnChg>
        <pc:cxnChg chg="add mod">
          <ac:chgData name="渡辺　晃佑" userId="389c99e7-d706-4adf-bfd7-c02344591d2e" providerId="ADAL" clId="{AC6E613E-CCFF-4109-A72B-6327D2FA4AE1}" dt="2026-03-06T06:27:25.045" v="87540" actId="208"/>
          <ac:cxnSpMkLst>
            <pc:docMk/>
            <pc:sldMk cId="1887553529" sldId="289"/>
            <ac:cxnSpMk id="43" creationId="{1471EA0E-45D8-CA84-D475-D438265B9292}"/>
          </ac:cxnSpMkLst>
        </pc:cxnChg>
        <pc:cxnChg chg="add mod">
          <ac:chgData name="渡辺　晃佑" userId="389c99e7-d706-4adf-bfd7-c02344591d2e" providerId="ADAL" clId="{AC6E613E-CCFF-4109-A72B-6327D2FA4AE1}" dt="2026-03-06T06:27:31.128" v="87541" actId="208"/>
          <ac:cxnSpMkLst>
            <pc:docMk/>
            <pc:sldMk cId="1887553529" sldId="289"/>
            <ac:cxnSpMk id="44" creationId="{AB422AFB-7F3E-B5ED-B8B7-785BDD422CB0}"/>
          </ac:cxnSpMkLst>
        </pc:cxnChg>
        <pc:cxnChg chg="add mod">
          <ac:chgData name="渡辺　晃佑" userId="389c99e7-d706-4adf-bfd7-c02344591d2e" providerId="ADAL" clId="{AC6E613E-CCFF-4109-A72B-6327D2FA4AE1}" dt="2026-03-06T06:27:25.045" v="87540" actId="208"/>
          <ac:cxnSpMkLst>
            <pc:docMk/>
            <pc:sldMk cId="1887553529" sldId="289"/>
            <ac:cxnSpMk id="46" creationId="{8CEAFE2A-56B1-F0E4-13E7-1056DD0A547D}"/>
          </ac:cxnSpMkLst>
        </pc:cxnChg>
        <pc:cxnChg chg="add mod ord">
          <ac:chgData name="渡辺　晃佑" userId="389c99e7-d706-4adf-bfd7-c02344591d2e" providerId="ADAL" clId="{AC6E613E-CCFF-4109-A72B-6327D2FA4AE1}" dt="2026-03-07T09:07:52.626" v="92637" actId="166"/>
          <ac:cxnSpMkLst>
            <pc:docMk/>
            <pc:sldMk cId="1887553529" sldId="289"/>
            <ac:cxnSpMk id="86" creationId="{F2348580-0A12-02E3-C9C6-17BFF60784CA}"/>
          </ac:cxnSpMkLst>
        </pc:cxnChg>
        <pc:cxnChg chg="add mod ord">
          <ac:chgData name="渡辺　晃佑" userId="389c99e7-d706-4adf-bfd7-c02344591d2e" providerId="ADAL" clId="{AC6E613E-CCFF-4109-A72B-6327D2FA4AE1}" dt="2026-03-07T09:07:52.626" v="92637" actId="166"/>
          <ac:cxnSpMkLst>
            <pc:docMk/>
            <pc:sldMk cId="1887553529" sldId="289"/>
            <ac:cxnSpMk id="89" creationId="{4F54C785-392D-F3BB-2747-B188EB332E1E}"/>
          </ac:cxnSpMkLst>
        </pc:cxnChg>
      </pc:sldChg>
      <pc:sldChg chg="addSp modSp add mod modAnim modShow modNotesTx">
        <pc:chgData name="渡辺　晃佑" userId="389c99e7-d706-4adf-bfd7-c02344591d2e" providerId="ADAL" clId="{AC6E613E-CCFF-4109-A72B-6327D2FA4AE1}" dt="2026-03-12T12:58:36.928" v="97303" actId="20577"/>
        <pc:sldMkLst>
          <pc:docMk/>
          <pc:sldMk cId="3352318598" sldId="290"/>
        </pc:sldMkLst>
        <pc:spChg chg="mod">
          <ac:chgData name="渡辺　晃佑" userId="389c99e7-d706-4adf-bfd7-c02344591d2e" providerId="ADAL" clId="{AC6E613E-CCFF-4109-A72B-6327D2FA4AE1}" dt="2026-03-07T17:35:13.261" v="96108" actId="20577"/>
          <ac:spMkLst>
            <pc:docMk/>
            <pc:sldMk cId="3352318598" sldId="290"/>
            <ac:spMk id="2" creationId="{21D77F61-E5E2-E73C-E001-01810EAFCDA6}"/>
          </ac:spMkLst>
        </pc:spChg>
        <pc:spChg chg="mod">
          <ac:chgData name="渡辺　晃佑" userId="389c99e7-d706-4adf-bfd7-c02344591d2e" providerId="ADAL" clId="{AC6E613E-CCFF-4109-A72B-6327D2FA4AE1}" dt="2026-03-07T14:42:14.010" v="94354" actId="555"/>
          <ac:spMkLst>
            <pc:docMk/>
            <pc:sldMk cId="3352318598" sldId="290"/>
            <ac:spMk id="10" creationId="{95CA13E8-2302-3996-A394-5940B2ED96D9}"/>
          </ac:spMkLst>
        </pc:spChg>
        <pc:spChg chg="mod">
          <ac:chgData name="渡辺　晃佑" userId="389c99e7-d706-4adf-bfd7-c02344591d2e" providerId="ADAL" clId="{AC6E613E-CCFF-4109-A72B-6327D2FA4AE1}" dt="2026-03-07T14:42:19.937" v="94355" actId="555"/>
          <ac:spMkLst>
            <pc:docMk/>
            <pc:sldMk cId="3352318598" sldId="290"/>
            <ac:spMk id="13" creationId="{A3EFECA5-ECCC-DA1B-0695-FB953A0E7457}"/>
          </ac:spMkLst>
        </pc:spChg>
        <pc:spChg chg="mod">
          <ac:chgData name="渡辺　晃佑" userId="389c99e7-d706-4adf-bfd7-c02344591d2e" providerId="ADAL" clId="{AC6E613E-CCFF-4109-A72B-6327D2FA4AE1}" dt="2026-03-08T15:58:05.424" v="96662" actId="20577"/>
          <ac:spMkLst>
            <pc:docMk/>
            <pc:sldMk cId="3352318598" sldId="290"/>
            <ac:spMk id="62" creationId="{EBD5B1B9-4B6E-71BD-2A0E-371165C4B73F}"/>
          </ac:spMkLst>
        </pc:spChg>
        <pc:spChg chg="mod">
          <ac:chgData name="渡辺　晃佑" userId="389c99e7-d706-4adf-bfd7-c02344591d2e" providerId="ADAL" clId="{AC6E613E-CCFF-4109-A72B-6327D2FA4AE1}" dt="2026-03-07T14:41:46.088" v="94350" actId="554"/>
          <ac:spMkLst>
            <pc:docMk/>
            <pc:sldMk cId="3352318598" sldId="290"/>
            <ac:spMk id="109" creationId="{9F518603-A490-7ACC-87E1-3C1803C675F7}"/>
          </ac:spMkLst>
        </pc:spChg>
        <pc:spChg chg="mod">
          <ac:chgData name="渡辺　晃佑" userId="389c99e7-d706-4adf-bfd7-c02344591d2e" providerId="ADAL" clId="{AC6E613E-CCFF-4109-A72B-6327D2FA4AE1}" dt="2026-03-07T14:42:02.476" v="94353" actId="555"/>
          <ac:spMkLst>
            <pc:docMk/>
            <pc:sldMk cId="3352318598" sldId="290"/>
            <ac:spMk id="113" creationId="{6B9A0953-AC5C-A8B2-E77C-87A5AE1BEBF3}"/>
          </ac:spMkLst>
        </pc:spChg>
        <pc:spChg chg="mod">
          <ac:chgData name="渡辺　晃佑" userId="389c99e7-d706-4adf-bfd7-c02344591d2e" providerId="ADAL" clId="{AC6E613E-CCFF-4109-A72B-6327D2FA4AE1}" dt="2026-03-07T14:41:46.088" v="94350" actId="554"/>
          <ac:spMkLst>
            <pc:docMk/>
            <pc:sldMk cId="3352318598" sldId="290"/>
            <ac:spMk id="114" creationId="{F782CBAB-DD1A-1D55-4763-92202D961867}"/>
          </ac:spMkLst>
        </pc:spChg>
        <pc:spChg chg="mod">
          <ac:chgData name="渡辺　晃佑" userId="389c99e7-d706-4adf-bfd7-c02344591d2e" providerId="ADAL" clId="{AC6E613E-CCFF-4109-A72B-6327D2FA4AE1}" dt="2026-03-06T07:55:25.198" v="89423" actId="20577"/>
          <ac:spMkLst>
            <pc:docMk/>
            <pc:sldMk cId="3352318598" sldId="290"/>
            <ac:spMk id="118" creationId="{F978E80D-B6B9-13ED-959B-C4B108338DDC}"/>
          </ac:spMkLst>
        </pc:spChg>
        <pc:spChg chg="mod">
          <ac:chgData name="渡辺　晃佑" userId="389c99e7-d706-4adf-bfd7-c02344591d2e" providerId="ADAL" clId="{AC6E613E-CCFF-4109-A72B-6327D2FA4AE1}" dt="2026-03-06T07:58:25.666" v="89461" actId="1036"/>
          <ac:spMkLst>
            <pc:docMk/>
            <pc:sldMk cId="3352318598" sldId="290"/>
            <ac:spMk id="121" creationId="{367084DB-7714-64DD-D4D2-5EF86C56C975}"/>
          </ac:spMkLst>
        </pc:spChg>
        <pc:spChg chg="mod">
          <ac:chgData name="渡辺　晃佑" userId="389c99e7-d706-4adf-bfd7-c02344591d2e" providerId="ADAL" clId="{AC6E613E-CCFF-4109-A72B-6327D2FA4AE1}" dt="2026-03-06T07:58:25.666" v="89461" actId="1036"/>
          <ac:spMkLst>
            <pc:docMk/>
            <pc:sldMk cId="3352318598" sldId="290"/>
            <ac:spMk id="135" creationId="{103B4933-C940-323A-6C3B-0BA3D639CE02}"/>
          </ac:spMkLst>
        </pc:spChg>
        <pc:spChg chg="mod">
          <ac:chgData name="渡辺　晃佑" userId="389c99e7-d706-4adf-bfd7-c02344591d2e" providerId="ADAL" clId="{AC6E613E-CCFF-4109-A72B-6327D2FA4AE1}" dt="2026-03-07T14:36:23.471" v="94335" actId="20577"/>
          <ac:spMkLst>
            <pc:docMk/>
            <pc:sldMk cId="3352318598" sldId="290"/>
            <ac:spMk id="141" creationId="{AB35F19C-49F6-557D-A74A-CB8E1F4721D4}"/>
          </ac:spMkLst>
        </pc:spChg>
        <pc:spChg chg="mod">
          <ac:chgData name="渡辺　晃佑" userId="389c99e7-d706-4adf-bfd7-c02344591d2e" providerId="ADAL" clId="{AC6E613E-CCFF-4109-A72B-6327D2FA4AE1}" dt="2026-03-07T14:42:14.010" v="94354" actId="555"/>
          <ac:spMkLst>
            <pc:docMk/>
            <pc:sldMk cId="3352318598" sldId="290"/>
            <ac:spMk id="149" creationId="{2276A9BA-DE93-E179-5236-EF0DF3CBF674}"/>
          </ac:spMkLst>
        </pc:spChg>
        <pc:spChg chg="mod">
          <ac:chgData name="渡辺　晃佑" userId="389c99e7-d706-4adf-bfd7-c02344591d2e" providerId="ADAL" clId="{AC6E613E-CCFF-4109-A72B-6327D2FA4AE1}" dt="2026-03-07T14:42:02.476" v="94353" actId="555"/>
          <ac:spMkLst>
            <pc:docMk/>
            <pc:sldMk cId="3352318598" sldId="290"/>
            <ac:spMk id="150" creationId="{95970D60-F9AC-261D-F311-E29FFE5EE656}"/>
          </ac:spMkLst>
        </pc:spChg>
        <pc:spChg chg="mod">
          <ac:chgData name="渡辺　晃佑" userId="389c99e7-d706-4adf-bfd7-c02344591d2e" providerId="ADAL" clId="{AC6E613E-CCFF-4109-A72B-6327D2FA4AE1}" dt="2026-03-07T14:42:19.937" v="94355" actId="555"/>
          <ac:spMkLst>
            <pc:docMk/>
            <pc:sldMk cId="3352318598" sldId="290"/>
            <ac:spMk id="154" creationId="{2D13D36B-A38C-D7E2-28C9-FB4DAB9EEE60}"/>
          </ac:spMkLst>
        </pc:spChg>
        <pc:grpChg chg="add mod ord">
          <ac:chgData name="渡辺　晃佑" userId="389c99e7-d706-4adf-bfd7-c02344591d2e" providerId="ADAL" clId="{AC6E613E-CCFF-4109-A72B-6327D2FA4AE1}" dt="2026-03-07T08:58:54.526" v="92343" actId="166"/>
          <ac:grpSpMkLst>
            <pc:docMk/>
            <pc:sldMk cId="3352318598" sldId="290"/>
            <ac:grpSpMk id="11" creationId="{096DE104-3DF8-3D5A-70BA-FD99599853E6}"/>
          </ac:grpSpMkLst>
        </pc:grpChg>
        <pc:picChg chg="mod">
          <ac:chgData name="渡辺　晃佑" userId="389c99e7-d706-4adf-bfd7-c02344591d2e" providerId="ADAL" clId="{AC6E613E-CCFF-4109-A72B-6327D2FA4AE1}" dt="2026-03-07T08:57:08.658" v="92328" actId="164"/>
          <ac:picMkLst>
            <pc:docMk/>
            <pc:sldMk cId="3352318598" sldId="290"/>
            <ac:picMk id="14" creationId="{C0BB6ECF-4FC0-769A-B81A-E2B3A8FCC624}"/>
          </ac:picMkLst>
        </pc:picChg>
        <pc:picChg chg="mod">
          <ac:chgData name="渡辺　晃佑" userId="389c99e7-d706-4adf-bfd7-c02344591d2e" providerId="ADAL" clId="{AC6E613E-CCFF-4109-A72B-6327D2FA4AE1}" dt="2026-03-07T08:57:08.658" v="92328" actId="164"/>
          <ac:picMkLst>
            <pc:docMk/>
            <pc:sldMk cId="3352318598" sldId="290"/>
            <ac:picMk id="15" creationId="{E14A3FA7-F3B1-5E1F-0060-7CB0F80E4DCA}"/>
          </ac:picMkLst>
        </pc:picChg>
        <pc:picChg chg="mod modCrop">
          <ac:chgData name="渡辺　晃佑" userId="389c99e7-d706-4adf-bfd7-c02344591d2e" providerId="ADAL" clId="{AC6E613E-CCFF-4109-A72B-6327D2FA4AE1}" dt="2026-03-07T14:42:35.184" v="94357" actId="1076"/>
          <ac:picMkLst>
            <pc:docMk/>
            <pc:sldMk cId="3352318598" sldId="290"/>
            <ac:picMk id="147" creationId="{C865E5DF-8AE7-31D5-5508-2F3902B7B8FF}"/>
          </ac:picMkLst>
        </pc:picChg>
        <pc:picChg chg="mod modCrop">
          <ac:chgData name="渡辺　晃佑" userId="389c99e7-d706-4adf-bfd7-c02344591d2e" providerId="ADAL" clId="{AC6E613E-CCFF-4109-A72B-6327D2FA4AE1}" dt="2026-03-07T14:42:26.431" v="94356" actId="1076"/>
          <ac:picMkLst>
            <pc:docMk/>
            <pc:sldMk cId="3352318598" sldId="290"/>
            <ac:picMk id="155" creationId="{9168D52F-9987-4589-F0F8-2E59E81BECC9}"/>
          </ac:picMkLst>
        </pc:picChg>
      </pc:sldChg>
      <pc:sldMasterChg chg="addSp delSp modSp mod modSldLayout sldLayoutOrd">
        <pc:chgData name="渡辺　晃佑" userId="389c99e7-d706-4adf-bfd7-c02344591d2e" providerId="ADAL" clId="{AC6E613E-CCFF-4109-A72B-6327D2FA4AE1}" dt="2026-03-04T11:55:48.095" v="77887" actId="12"/>
        <pc:sldMasterMkLst>
          <pc:docMk/>
          <pc:sldMasterMk cId="3969931683" sldId="2147483902"/>
        </pc:sldMasterMkLst>
        <pc:spChg chg="add del mod">
          <ac:chgData name="渡辺　晃佑" userId="389c99e7-d706-4adf-bfd7-c02344591d2e" providerId="ADAL" clId="{AC6E613E-CCFF-4109-A72B-6327D2FA4AE1}" dt="2026-03-03T08:03:48.709" v="68072"/>
          <ac:spMkLst>
            <pc:docMk/>
            <pc:sldMasterMk cId="3969931683" sldId="2147483902"/>
            <ac:spMk id="6" creationId="{1E3AA1E1-A5A8-6654-17FC-58F7541DA20C}"/>
          </ac:spMkLst>
        </pc:spChg>
        <pc:sldLayoutChg chg="addSp delSp modSp mod">
          <pc:chgData name="渡辺　晃佑" userId="389c99e7-d706-4adf-bfd7-c02344591d2e" providerId="ADAL" clId="{AC6E613E-CCFF-4109-A72B-6327D2FA4AE1}" dt="2026-03-03T07:58:21.501" v="68059" actId="478"/>
          <pc:sldLayoutMkLst>
            <pc:docMk/>
            <pc:sldMasterMk cId="3969931683" sldId="2147483902"/>
            <pc:sldLayoutMk cId="2001281558" sldId="2147483903"/>
          </pc:sldLayoutMkLst>
        </pc:sldLayoutChg>
        <pc:sldLayoutChg chg="modSp mod ord">
          <pc:chgData name="渡辺　晃佑" userId="389c99e7-d706-4adf-bfd7-c02344591d2e" providerId="ADAL" clId="{AC6E613E-CCFF-4109-A72B-6327D2FA4AE1}" dt="2026-03-04T11:55:48.095" v="77887" actId="12"/>
          <pc:sldLayoutMkLst>
            <pc:docMk/>
            <pc:sldMasterMk cId="3969931683" sldId="2147483902"/>
            <pc:sldLayoutMk cId="876528968" sldId="2147483904"/>
          </pc:sldLayoutMkLst>
          <pc:spChg chg="mod">
            <ac:chgData name="渡辺　晃佑" userId="389c99e7-d706-4adf-bfd7-c02344591d2e" providerId="ADAL" clId="{AC6E613E-CCFF-4109-A72B-6327D2FA4AE1}" dt="2026-03-04T11:55:48.095" v="77887" actId="12"/>
            <ac:spMkLst>
              <pc:docMk/>
              <pc:sldMasterMk cId="3969931683" sldId="2147483902"/>
              <pc:sldLayoutMk cId="876528968" sldId="2147483904"/>
              <ac:spMk id="3" creationId="{50923AFE-F38A-0BF5-9F6F-23508497421F}"/>
            </ac:spMkLst>
          </pc:spChg>
          <pc:spChg chg="mod">
            <ac:chgData name="渡辺　晃佑" userId="389c99e7-d706-4adf-bfd7-c02344591d2e" providerId="ADAL" clId="{AC6E613E-CCFF-4109-A72B-6327D2FA4AE1}" dt="2026-03-03T08:00:49.426" v="68064" actId="121"/>
            <ac:spMkLst>
              <pc:docMk/>
              <pc:sldMasterMk cId="3969931683" sldId="2147483902"/>
              <pc:sldLayoutMk cId="876528968" sldId="2147483904"/>
              <ac:spMk id="6" creationId="{0DFA0694-CBED-F18A-6EA2-501E7C67C8A4}"/>
            </ac:spMkLst>
          </pc:sp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nitechict-my.sharepoint.com/personal/cmt14139_ict_nitech_ac_jp/Documents/&#28204;&#2345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nitechict-my.sharepoint.com/personal/cmt14139_ict_nitech_ac_jp/Documents/&#28204;&#23450;.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oleObject" Target="https://nitechict-my.sharepoint.com/personal/cmt14139_ict_nitech_ac_jp/Documents/&#28204;&#23450;.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スループット</c:v>
          </c:tx>
          <c:spPr>
            <a:ln w="28575" cap="rnd">
              <a:solidFill>
                <a:schemeClr val="tx2">
                  <a:lumMod val="50000"/>
                  <a:lumOff val="50000"/>
                </a:schemeClr>
              </a:solidFill>
              <a:round/>
            </a:ln>
            <a:effectLst/>
          </c:spPr>
          <c:marker>
            <c:symbol val="square"/>
            <c:size val="4"/>
            <c:spPr>
              <a:solidFill>
                <a:schemeClr val="tx2">
                  <a:lumMod val="50000"/>
                  <a:lumOff val="50000"/>
                </a:schemeClr>
              </a:solidFill>
              <a:ln w="9525">
                <a:solidFill>
                  <a:schemeClr val="tx2">
                    <a:lumMod val="50000"/>
                    <a:lumOff val="50000"/>
                  </a:schemeClr>
                </a:solidFill>
              </a:ln>
              <a:effectLst/>
            </c:spPr>
          </c:marker>
          <c:cat>
            <c:numRef>
              <c:f>Sheet1!$AG$45:$AG$60</c:f>
              <c:numCache>
                <c:formatCode>General</c:formatCode>
                <c:ptCount val="16"/>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numCache>
            </c:numRef>
          </c:cat>
          <c:val>
            <c:numRef>
              <c:f>Sheet1!$AH$45:$AH$60</c:f>
              <c:numCache>
                <c:formatCode>General</c:formatCode>
                <c:ptCount val="16"/>
                <c:pt idx="0">
                  <c:v>130.72710000000001</c:v>
                </c:pt>
                <c:pt idx="1">
                  <c:v>108.7687</c:v>
                </c:pt>
                <c:pt idx="2">
                  <c:v>69.881200000000007</c:v>
                </c:pt>
                <c:pt idx="3">
                  <c:v>47.639899999999997</c:v>
                </c:pt>
                <c:pt idx="4">
                  <c:v>36.829300000000003</c:v>
                </c:pt>
                <c:pt idx="5">
                  <c:v>32.674399999999999</c:v>
                </c:pt>
                <c:pt idx="6">
                  <c:v>25.703099999999999</c:v>
                </c:pt>
                <c:pt idx="7">
                  <c:v>27.4572</c:v>
                </c:pt>
                <c:pt idx="8">
                  <c:v>25.0717</c:v>
                </c:pt>
                <c:pt idx="9">
                  <c:v>23.3261</c:v>
                </c:pt>
                <c:pt idx="10">
                  <c:v>23.3261</c:v>
                </c:pt>
                <c:pt idx="11">
                  <c:v>21.6845</c:v>
                </c:pt>
                <c:pt idx="12">
                  <c:v>18.604800000000001</c:v>
                </c:pt>
                <c:pt idx="13">
                  <c:v>18.992799999999999</c:v>
                </c:pt>
                <c:pt idx="14">
                  <c:v>16.620699999999999</c:v>
                </c:pt>
                <c:pt idx="15">
                  <c:v>15.364100000000001</c:v>
                </c:pt>
              </c:numCache>
            </c:numRef>
          </c:val>
          <c:smooth val="0"/>
          <c:extLst>
            <c:ext xmlns:c16="http://schemas.microsoft.com/office/drawing/2014/chart" uri="{C3380CC4-5D6E-409C-BE32-E72D297353CC}">
              <c16:uniqueId val="{00000000-3EA8-4F3F-87CF-781CF4A4D456}"/>
            </c:ext>
          </c:extLst>
        </c:ser>
        <c:dLbls>
          <c:showLegendKey val="0"/>
          <c:showVal val="0"/>
          <c:showCatName val="0"/>
          <c:showSerName val="0"/>
          <c:showPercent val="0"/>
          <c:showBubbleSize val="0"/>
        </c:dLbls>
        <c:marker val="1"/>
        <c:smooth val="0"/>
        <c:axId val="1847155871"/>
        <c:axId val="1836832559"/>
      </c:lineChart>
      <c:catAx>
        <c:axId val="184715587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Noto Sans CJK JP" panose="020B0500000000000000" pitchFamily="34" charset="-128"/>
                    <a:cs typeface="+mn-cs"/>
                  </a:defRPr>
                </a:pPr>
                <a:r>
                  <a:rPr lang="ja-JP" altLang="en-US" sz="1300" b="1" baseline="0" dirty="0">
                    <a:solidFill>
                      <a:schemeClr val="tx1"/>
                    </a:solidFill>
                    <a:ea typeface="Noto Sans CJK JP" panose="020B0500000000000000" pitchFamily="34" charset="-128"/>
                  </a:rPr>
                  <a:t>エントリの探索回数 </a:t>
                </a:r>
                <a:r>
                  <a:rPr lang="en-US" altLang="ja-JP" sz="1300" b="1" baseline="0" dirty="0">
                    <a:solidFill>
                      <a:schemeClr val="tx1"/>
                    </a:solidFill>
                    <a:ea typeface="Noto Sans CJK JP" panose="020B0500000000000000" pitchFamily="34" charset="-128"/>
                  </a:rPr>
                  <a:t>(</a:t>
                </a:r>
                <a:r>
                  <a:rPr lang="ja-JP" altLang="en-US" sz="1300" b="1" baseline="0" dirty="0">
                    <a:solidFill>
                      <a:schemeClr val="tx1"/>
                    </a:solidFill>
                    <a:ea typeface="Noto Sans CJK JP" panose="020B0500000000000000" pitchFamily="34" charset="-128"/>
                  </a:rPr>
                  <a:t>回</a:t>
                </a:r>
                <a:r>
                  <a:rPr lang="en-US" altLang="ja-JP" sz="1300" b="1" baseline="0" dirty="0">
                    <a:solidFill>
                      <a:schemeClr val="tx1"/>
                    </a:solidFill>
                    <a:ea typeface="Noto Sans CJK JP" panose="020B0500000000000000" pitchFamily="34" charset="-128"/>
                  </a:rPr>
                  <a:t>)</a:t>
                </a:r>
                <a:endParaRPr lang="ja-JP" altLang="en-US" sz="1300" b="1" baseline="0" dirty="0">
                  <a:solidFill>
                    <a:schemeClr val="tx1"/>
                  </a:solidFill>
                  <a:ea typeface="Noto Sans CJK JP" panose="020B0500000000000000" pitchFamily="34" charset="-128"/>
                </a:endParaRPr>
              </a:p>
            </c:rich>
          </c:tx>
          <c:layout>
            <c:manualLayout>
              <c:xMode val="edge"/>
              <c:yMode val="edge"/>
              <c:x val="0.39817575796912763"/>
              <c:y val="0.7903042030508706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Noto Sans CJK JP" panose="020B0500000000000000" pitchFamily="34" charset="-128"/>
                  <a:cs typeface="+mn-cs"/>
                </a:defRPr>
              </a:pPr>
              <a:endParaRPr lang="ja-JP" alt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en-US"/>
          </a:p>
        </c:txPr>
        <c:crossAx val="1836832559"/>
        <c:crosses val="autoZero"/>
        <c:auto val="1"/>
        <c:lblAlgn val="ctr"/>
        <c:lblOffset val="100"/>
        <c:tickMarkSkip val="1"/>
        <c:noMultiLvlLbl val="0"/>
      </c:catAx>
      <c:valAx>
        <c:axId val="183683255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mn-lt"/>
                    <a:ea typeface="Noto Sans CJK JP" panose="020B0500000000000000" pitchFamily="34" charset="-128"/>
                    <a:cs typeface="+mn-cs"/>
                  </a:defRPr>
                </a:pPr>
                <a:r>
                  <a:rPr lang="ja-JP" altLang="en-US" sz="1300" b="1" baseline="0" dirty="0">
                    <a:solidFill>
                      <a:schemeClr val="tx1"/>
                    </a:solidFill>
                    <a:latin typeface="+mj-ea"/>
                    <a:ea typeface="+mj-ea"/>
                  </a:rPr>
                  <a:t>スループット</a:t>
                </a:r>
                <a:r>
                  <a:rPr lang="en-US" altLang="ja-JP" sz="1300" b="1" baseline="0" dirty="0">
                    <a:solidFill>
                      <a:schemeClr val="tx1"/>
                    </a:solidFill>
                    <a:latin typeface="+mj-ea"/>
                    <a:ea typeface="+mj-ea"/>
                  </a:rPr>
                  <a:t> (Mpps)</a:t>
                </a:r>
                <a:endParaRPr lang="ja-JP" altLang="en-US" sz="1300" b="1" baseline="0" dirty="0">
                  <a:solidFill>
                    <a:schemeClr val="tx1"/>
                  </a:solidFill>
                  <a:latin typeface="+mj-ea"/>
                  <a:ea typeface="+mj-ea"/>
                </a:endParaRP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mn-lt"/>
                  <a:ea typeface="Noto Sans CJK JP" panose="020B0500000000000000" pitchFamily="34" charset="-128"/>
                  <a:cs typeface="+mn-cs"/>
                </a:defRPr>
              </a:pPr>
              <a:endParaRPr lang="ja-JP" alt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en-US"/>
          </a:p>
        </c:txPr>
        <c:crossAx val="184715587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chemeClr val="accent1"/>
              </a:solidFill>
              <a:round/>
            </a:ln>
            <a:effectLst/>
          </c:spPr>
          <c:marker>
            <c:symbol val="none"/>
          </c:marker>
          <c:cat>
            <c:numRef>
              <c:f>(Sheet1!$AD$6,Sheet1!$AD$8,Sheet1!$AD$10,Sheet1!$AD$12,Sheet1!$AD$14,Sheet1!$AD$16,Sheet1!$AD$18,Sheet1!$AD$20,Sheet1!$AD$22)</c:f>
              <c:numCache>
                <c:formatCode>General</c:formatCode>
                <c:ptCount val="9"/>
                <c:pt idx="0">
                  <c:v>1</c:v>
                </c:pt>
                <c:pt idx="1">
                  <c:v>128</c:v>
                </c:pt>
                <c:pt idx="2">
                  <c:v>256</c:v>
                </c:pt>
                <c:pt idx="3">
                  <c:v>384</c:v>
                </c:pt>
                <c:pt idx="4">
                  <c:v>512</c:v>
                </c:pt>
                <c:pt idx="5">
                  <c:v>640</c:v>
                </c:pt>
                <c:pt idx="6">
                  <c:v>768</c:v>
                </c:pt>
                <c:pt idx="7">
                  <c:v>896</c:v>
                </c:pt>
                <c:pt idx="8">
                  <c:v>1024</c:v>
                </c:pt>
              </c:numCache>
              <c:extLst/>
            </c:numRef>
          </c:cat>
          <c:val>
            <c:numRef>
              <c:f>(Sheet1!$AE$6,Sheet1!$AE$8,Sheet1!$AE$10,Sheet1!$AE$12,Sheet1!$AE$14,Sheet1!$AE$16,Sheet1!$AE$18,Sheet1!$AE$20,Sheet1!$AE$22)</c:f>
              <c:numCache>
                <c:formatCode>General</c:formatCode>
                <c:ptCount val="9"/>
                <c:pt idx="0">
                  <c:v>74</c:v>
                </c:pt>
                <c:pt idx="1">
                  <c:v>389</c:v>
                </c:pt>
                <c:pt idx="2">
                  <c:v>672</c:v>
                </c:pt>
                <c:pt idx="3">
                  <c:v>922</c:v>
                </c:pt>
                <c:pt idx="4">
                  <c:v>1188</c:v>
                </c:pt>
                <c:pt idx="5">
                  <c:v>1504</c:v>
                </c:pt>
                <c:pt idx="6">
                  <c:v>1732</c:v>
                </c:pt>
                <c:pt idx="7">
                  <c:v>2027</c:v>
                </c:pt>
                <c:pt idx="8">
                  <c:v>2281</c:v>
                </c:pt>
              </c:numCache>
              <c:extLst/>
            </c:numRef>
          </c:val>
          <c:smooth val="0"/>
          <c:extLst>
            <c:ext xmlns:c16="http://schemas.microsoft.com/office/drawing/2014/chart" uri="{C3380CC4-5D6E-409C-BE32-E72D297353CC}">
              <c16:uniqueId val="{00000000-8E1B-467A-BC1A-2F97CFACD447}"/>
            </c:ext>
          </c:extLst>
        </c:ser>
        <c:dLbls>
          <c:showLegendKey val="0"/>
          <c:showVal val="0"/>
          <c:showCatName val="0"/>
          <c:showSerName val="0"/>
          <c:showPercent val="0"/>
          <c:showBubbleSize val="0"/>
        </c:dLbls>
        <c:smooth val="0"/>
        <c:axId val="1371655376"/>
        <c:axId val="1371653456"/>
      </c:lineChart>
      <c:catAx>
        <c:axId val="1371655376"/>
        <c:scaling>
          <c:orientation val="minMax"/>
        </c:scaling>
        <c:delete val="0"/>
        <c:axPos val="b"/>
        <c:title>
          <c:tx>
            <c:rich>
              <a:bodyPr rot="0" spcFirstLastPara="1" vertOverflow="ellipsis" vert="horz" wrap="square" anchor="ctr" anchorCtr="1"/>
              <a:lstStyle/>
              <a:p>
                <a:pPr>
                  <a:defRPr lang="ja-JP" sz="1000" b="0" i="0" u="none" strike="noStrike" kern="1200" baseline="0">
                    <a:solidFill>
                      <a:schemeClr val="tx1">
                        <a:lumMod val="65000"/>
                        <a:lumOff val="35000"/>
                      </a:schemeClr>
                    </a:solidFill>
                    <a:latin typeface="+mn-lt"/>
                    <a:ea typeface="+mn-ea"/>
                    <a:cs typeface="+mn-cs"/>
                  </a:defRPr>
                </a:pPr>
                <a:r>
                  <a:rPr lang="ja-JP" altLang="en-US" sz="1600" b="1" baseline="0" dirty="0">
                    <a:solidFill>
                      <a:schemeClr val="tx1"/>
                    </a:solidFill>
                    <a:ea typeface="Noto Sans CJK JP" panose="020B0500000000000000" pitchFamily="34" charset="-128"/>
                  </a:rPr>
                  <a:t>エントリの探索回数 </a:t>
                </a:r>
                <a:r>
                  <a:rPr lang="en-US" altLang="ja-JP" sz="1600" b="1" baseline="0" dirty="0">
                    <a:solidFill>
                      <a:schemeClr val="tx1"/>
                    </a:solidFill>
                    <a:ea typeface="Noto Sans CJK JP" panose="020B0500000000000000" pitchFamily="34" charset="-128"/>
                  </a:rPr>
                  <a:t>(</a:t>
                </a:r>
                <a:r>
                  <a:rPr lang="ja-JP" altLang="en-US" sz="1600" b="1" baseline="0" dirty="0">
                    <a:solidFill>
                      <a:schemeClr val="tx1"/>
                    </a:solidFill>
                    <a:ea typeface="Noto Sans CJK JP" panose="020B0500000000000000" pitchFamily="34" charset="-128"/>
                  </a:rPr>
                  <a:t>回</a:t>
                </a:r>
                <a:r>
                  <a:rPr lang="en-US" altLang="ja-JP" sz="1600" b="1" baseline="0" dirty="0">
                    <a:solidFill>
                      <a:schemeClr val="tx1"/>
                    </a:solidFill>
                    <a:ea typeface="Noto Sans CJK JP" panose="020B0500000000000000" pitchFamily="34" charset="-128"/>
                  </a:rPr>
                  <a:t>)  </a:t>
                </a:r>
              </a:p>
            </c:rich>
          </c:tx>
          <c:overlay val="0"/>
          <c:spPr>
            <a:noFill/>
            <a:ln>
              <a:noFill/>
            </a:ln>
            <a:effectLst/>
          </c:spPr>
          <c:txPr>
            <a:bodyPr rot="0" spcFirstLastPara="1" vertOverflow="ellipsis" vert="horz" wrap="square" anchor="ctr" anchorCtr="1"/>
            <a:lstStyle/>
            <a:p>
              <a:pPr>
                <a:defRPr lang="ja-JP"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100" b="1" i="0" u="none" strike="noStrike" kern="1200" baseline="0">
                <a:solidFill>
                  <a:schemeClr val="tx1"/>
                </a:solidFill>
                <a:latin typeface="+mn-lt"/>
                <a:ea typeface="+mn-ea"/>
                <a:cs typeface="+mn-cs"/>
              </a:defRPr>
            </a:pPr>
            <a:endParaRPr lang="en-US"/>
          </a:p>
        </c:txPr>
        <c:crossAx val="1371653456"/>
        <c:crosses val="autoZero"/>
        <c:auto val="1"/>
        <c:lblAlgn val="ctr"/>
        <c:lblOffset val="100"/>
        <c:noMultiLvlLbl val="0"/>
      </c:catAx>
      <c:valAx>
        <c:axId val="137165345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ja-JP" sz="1000" b="0" i="0" u="none" strike="noStrike" kern="1200" baseline="0">
                    <a:solidFill>
                      <a:schemeClr val="tx1">
                        <a:lumMod val="65000"/>
                        <a:lumOff val="35000"/>
                      </a:schemeClr>
                    </a:solidFill>
                    <a:latin typeface="+mn-lt"/>
                    <a:ea typeface="+mn-ea"/>
                    <a:cs typeface="+mn-cs"/>
                  </a:defRPr>
                </a:pPr>
                <a:r>
                  <a:rPr lang="en-US" altLang="ja-JP" sz="1600" b="1" baseline="0" dirty="0">
                    <a:solidFill>
                      <a:schemeClr val="tx1"/>
                    </a:solidFill>
                  </a:rPr>
                  <a:t>Latency [ ns ]</a:t>
                </a:r>
                <a:endParaRPr lang="ja-JP" altLang="en-US" sz="1600" b="1" baseline="0" dirty="0">
                  <a:solidFill>
                    <a:schemeClr val="tx1"/>
                  </a:solidFill>
                </a:endParaRPr>
              </a:p>
            </c:rich>
          </c:tx>
          <c:overlay val="0"/>
          <c:spPr>
            <a:noFill/>
            <a:ln>
              <a:noFill/>
            </a:ln>
            <a:effectLst/>
          </c:spPr>
          <c:txPr>
            <a:bodyPr rot="-5400000" spcFirstLastPara="1" vertOverflow="ellipsis" vert="horz" wrap="square" anchor="ctr" anchorCtr="1"/>
            <a:lstStyle/>
            <a:p>
              <a:pPr>
                <a:defRPr lang="ja-JP"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1100" b="1" i="0" u="none" strike="noStrike" kern="1200" baseline="0">
                <a:solidFill>
                  <a:schemeClr val="tx1"/>
                </a:solidFill>
                <a:latin typeface="+mn-lt"/>
                <a:ea typeface="+mn-ea"/>
                <a:cs typeface="+mn-cs"/>
              </a:defRPr>
            </a:pPr>
            <a:endParaRPr lang="en-US"/>
          </a:p>
        </c:txPr>
        <c:crossAx val="13716553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327241525903517"/>
          <c:y val="7.8064195843764853E-2"/>
          <c:w val="0.82242214096497535"/>
          <c:h val="0.77624711075998354"/>
        </c:manualLayout>
      </c:layout>
      <c:lineChart>
        <c:grouping val="standard"/>
        <c:varyColors val="0"/>
        <c:ser>
          <c:idx val="0"/>
          <c:order val="0"/>
          <c:spPr>
            <a:ln w="28575" cap="rnd">
              <a:solidFill>
                <a:schemeClr val="accent1"/>
              </a:solidFill>
              <a:round/>
            </a:ln>
            <a:effectLst/>
          </c:spPr>
          <c:marker>
            <c:symbol val="none"/>
          </c:marker>
          <c:cat>
            <c:numRef>
              <c:f>Sheet1!$AA$6:$AA$10</c:f>
              <c:numCache>
                <c:formatCode>General</c:formatCode>
                <c:ptCount val="5"/>
                <c:pt idx="0">
                  <c:v>1</c:v>
                </c:pt>
                <c:pt idx="1">
                  <c:v>16</c:v>
                </c:pt>
                <c:pt idx="2">
                  <c:v>32</c:v>
                </c:pt>
                <c:pt idx="3">
                  <c:v>48</c:v>
                </c:pt>
                <c:pt idx="4">
                  <c:v>64</c:v>
                </c:pt>
              </c:numCache>
            </c:numRef>
          </c:cat>
          <c:val>
            <c:numRef>
              <c:f>Sheet1!$AB$6:$AB$10</c:f>
              <c:numCache>
                <c:formatCode>General</c:formatCode>
                <c:ptCount val="5"/>
                <c:pt idx="0">
                  <c:v>150</c:v>
                </c:pt>
                <c:pt idx="1">
                  <c:v>170</c:v>
                </c:pt>
                <c:pt idx="2">
                  <c:v>200</c:v>
                </c:pt>
                <c:pt idx="3">
                  <c:v>250</c:v>
                </c:pt>
                <c:pt idx="4">
                  <c:v>281</c:v>
                </c:pt>
              </c:numCache>
            </c:numRef>
          </c:val>
          <c:smooth val="0"/>
          <c:extLst>
            <c:ext xmlns:c16="http://schemas.microsoft.com/office/drawing/2014/chart" uri="{C3380CC4-5D6E-409C-BE32-E72D297353CC}">
              <c16:uniqueId val="{00000000-1FBC-4BB7-B95A-E7592A09CD79}"/>
            </c:ext>
          </c:extLst>
        </c:ser>
        <c:dLbls>
          <c:showLegendKey val="0"/>
          <c:showVal val="0"/>
          <c:showCatName val="0"/>
          <c:showSerName val="0"/>
          <c:showPercent val="0"/>
          <c:showBubbleSize val="0"/>
        </c:dLbls>
        <c:smooth val="0"/>
        <c:axId val="1455658384"/>
        <c:axId val="1455655504"/>
      </c:lineChart>
      <c:catAx>
        <c:axId val="1455658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Noto Sans CJK JP" panose="020B0500000000000000" pitchFamily="34" charset="-128"/>
                <a:cs typeface="+mn-cs"/>
              </a:defRPr>
            </a:pPr>
            <a:endParaRPr lang="en-US"/>
          </a:p>
        </c:txPr>
        <c:crossAx val="1455655504"/>
        <c:crosses val="autoZero"/>
        <c:auto val="1"/>
        <c:lblAlgn val="ctr"/>
        <c:lblOffset val="100"/>
        <c:noMultiLvlLbl val="0"/>
      </c:catAx>
      <c:valAx>
        <c:axId val="14556555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Noto Sans CJK JP" panose="020B0500000000000000" pitchFamily="34" charset="-128"/>
                <a:cs typeface="+mn-cs"/>
              </a:defRPr>
            </a:pPr>
            <a:endParaRPr lang="en-US"/>
          </a:p>
        </c:txPr>
        <c:crossAx val="145565838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0.18078</cdr:x>
      <cdr:y>0.69105</cdr:y>
    </cdr:from>
    <cdr:to>
      <cdr:x>0.96108</cdr:x>
      <cdr:y>0.69105</cdr:y>
    </cdr:to>
    <cdr:cxnSp macro="">
      <cdr:nvCxnSpPr>
        <cdr:cNvPr id="3" name="直線コネクタ 2">
          <a:extLst xmlns:a="http://schemas.openxmlformats.org/drawingml/2006/main">
            <a:ext uri="{FF2B5EF4-FFF2-40B4-BE49-F238E27FC236}">
              <a16:creationId xmlns:a16="http://schemas.microsoft.com/office/drawing/2014/main" id="{53131B5E-7458-B013-EF54-ADF27E85C211}"/>
            </a:ext>
          </a:extLst>
        </cdr:cNvPr>
        <cdr:cNvCxnSpPr/>
      </cdr:nvCxnSpPr>
      <cdr:spPr>
        <a:xfrm xmlns:a="http://schemas.openxmlformats.org/drawingml/2006/main">
          <a:off x="1373387" y="2703226"/>
          <a:ext cx="5927961" cy="0"/>
        </a:xfrm>
        <a:prstGeom xmlns:a="http://schemas.openxmlformats.org/drawingml/2006/main" prst="line">
          <a:avLst/>
        </a:prstGeom>
        <a:ln xmlns:a="http://schemas.openxmlformats.org/drawingml/2006/main" w="38100">
          <a:solidFill>
            <a:srgbClr val="FF0000"/>
          </a:solidFill>
          <a:prstDash val="dash"/>
          <a:headEnd type="none" w="med" len="med"/>
          <a:tailEnd type="none" w="med" len="med"/>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BCB8CAC-37FA-1308-9599-CC8B0121307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98C51979-67D6-6A41-5506-DF75B52AAE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A3F391-67D1-4659-B06F-A7019F4435DA}" type="datetimeFigureOut">
              <a:rPr kumimoji="1" lang="ja-JP" altLang="en-US" smtClean="0"/>
              <a:t>2026/3/12</a:t>
            </a:fld>
            <a:endParaRPr kumimoji="1" lang="ja-JP" altLang="en-US"/>
          </a:p>
        </p:txBody>
      </p:sp>
      <p:sp>
        <p:nvSpPr>
          <p:cNvPr id="4" name="フッター プレースホルダー 3">
            <a:extLst>
              <a:ext uri="{FF2B5EF4-FFF2-40B4-BE49-F238E27FC236}">
                <a16:creationId xmlns:a16="http://schemas.microsoft.com/office/drawing/2014/main" id="{21086229-8CA3-444E-8DE8-FDFCC0D1447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5A7B4305-D089-49AC-7697-AB425BB97CC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F90100-07FB-4B44-BF45-70F7E5D5E797}" type="slidenum">
              <a:rPr kumimoji="1" lang="ja-JP" altLang="en-US" smtClean="0"/>
              <a:t>‹#›</a:t>
            </a:fld>
            <a:endParaRPr kumimoji="1" lang="ja-JP" altLang="en-US"/>
          </a:p>
        </p:txBody>
      </p:sp>
    </p:spTree>
    <p:extLst>
      <p:ext uri="{BB962C8B-B14F-4D97-AF65-F5344CB8AC3E}">
        <p14:creationId xmlns:p14="http://schemas.microsoft.com/office/powerpoint/2010/main" val="23595397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AAFBA2-97DE-4FF2-BEB7-6AC2C5CAF5B4}" type="datetimeFigureOut">
              <a:rPr kumimoji="1" lang="ja-JP" altLang="en-US" smtClean="0"/>
              <a:t>2026/3/12</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A6BC4C-7B37-483E-9EFD-95C3F5D56670}" type="slidenum">
              <a:rPr kumimoji="1" lang="ja-JP" altLang="en-US" smtClean="0"/>
              <a:t>‹#›</a:t>
            </a:fld>
            <a:endParaRPr kumimoji="1" lang="ja-JP" altLang="en-US"/>
          </a:p>
        </p:txBody>
      </p:sp>
    </p:spTree>
    <p:extLst>
      <p:ext uri="{BB962C8B-B14F-4D97-AF65-F5344CB8AC3E}">
        <p14:creationId xmlns:p14="http://schemas.microsoft.com/office/powerpoint/2010/main" val="154289317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5"/>
          </p:nvPr>
        </p:nvSpPr>
        <p:spPr/>
        <p:txBody>
          <a:bodyPr/>
          <a:lstStyle/>
          <a:p>
            <a:fld id="{65A6BC4C-7B37-483E-9EFD-95C3F5D56670}" type="slidenum">
              <a:rPr kumimoji="1" lang="ja-JP" altLang="en-US" smtClean="0"/>
              <a:t>0</a:t>
            </a:fld>
            <a:endParaRPr kumimoji="1" lang="ja-JP" altLang="en-US"/>
          </a:p>
        </p:txBody>
      </p:sp>
    </p:spTree>
    <p:extLst>
      <p:ext uri="{BB962C8B-B14F-4D97-AF65-F5344CB8AC3E}">
        <p14:creationId xmlns:p14="http://schemas.microsoft.com/office/powerpoint/2010/main" val="23220980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ea typeface="游ゴシック"/>
              </a:rPr>
              <a:t>*次世代ネットワークを支える技術として</a:t>
            </a:r>
            <a:r>
              <a:rPr lang="en-US" altLang="ja-JP" dirty="0">
                <a:ea typeface="游ゴシック"/>
              </a:rPr>
              <a:t>cloud-native </a:t>
            </a:r>
            <a:r>
              <a:rPr lang="ja-JP" altLang="en-US" dirty="0">
                <a:ea typeface="游ゴシック"/>
              </a:rPr>
              <a:t>N</a:t>
            </a:r>
            <a:r>
              <a:rPr lang="en-US" altLang="ja-JP" dirty="0" err="1">
                <a:ea typeface="游ゴシック"/>
              </a:rPr>
              <a:t>etwork</a:t>
            </a:r>
            <a:r>
              <a:rPr lang="en-US" altLang="ja-JP" dirty="0">
                <a:ea typeface="游ゴシック"/>
              </a:rPr>
              <a:t> </a:t>
            </a:r>
            <a:r>
              <a:rPr lang="ja-JP" altLang="en-US" dirty="0">
                <a:ea typeface="游ゴシック"/>
              </a:rPr>
              <a:t>F</a:t>
            </a:r>
            <a:r>
              <a:rPr lang="en-US" altLang="ja-JP" dirty="0">
                <a:ea typeface="游ゴシック"/>
              </a:rPr>
              <a:t>unction</a:t>
            </a:r>
            <a:r>
              <a:rPr lang="ja-JP" altLang="en-US" dirty="0">
                <a:ea typeface="游ゴシック"/>
              </a:rPr>
              <a:t>が注目されているが、SWとして動作するCNFにおいて、テーブルマッチング処理による高い計算負荷がボトルネックとなる。</a:t>
            </a:r>
            <a:br>
              <a:rPr lang="ja-JP" altLang="en-US" dirty="0">
                <a:ea typeface="游ゴシック"/>
                <a:cs typeface="+mn-lt"/>
              </a:rPr>
            </a:br>
            <a:r>
              <a:rPr lang="ja-JP" altLang="en-US" dirty="0">
                <a:ea typeface="游ゴシック"/>
              </a:rPr>
              <a:t>*そこで、</a:t>
            </a:r>
            <a:r>
              <a:rPr lang="en-US" altLang="ja-JP" dirty="0">
                <a:ea typeface="游ゴシック"/>
              </a:rPr>
              <a:t>WBS</a:t>
            </a:r>
            <a:r>
              <a:rPr lang="ja-JP" altLang="en-US" dirty="0">
                <a:ea typeface="游ゴシック"/>
              </a:rPr>
              <a:t>に処理を</a:t>
            </a:r>
            <a:r>
              <a:rPr lang="ja-JP" altLang="en-US" dirty="0"/>
              <a:t>オフロードをするだけでなく、</a:t>
            </a:r>
            <a:endParaRPr lang="en-US" altLang="ja-JP" dirty="0"/>
          </a:p>
          <a:p>
            <a:r>
              <a:rPr lang="en-US" altLang="ja-JP" dirty="0">
                <a:ea typeface="游ゴシック"/>
              </a:rPr>
              <a:t>*</a:t>
            </a:r>
            <a:r>
              <a:rPr lang="en-US" altLang="ja-JP" b="0" dirty="0"/>
              <a:t>CNF</a:t>
            </a:r>
            <a:r>
              <a:rPr lang="ja-JP" altLang="en-US" b="0" dirty="0"/>
              <a:t>側が</a:t>
            </a:r>
            <a:r>
              <a:rPr lang="en-US" altLang="ja-JP" b="0" dirty="0"/>
              <a:t>HW</a:t>
            </a:r>
            <a:r>
              <a:rPr lang="ja-JP" altLang="en-US" b="0" dirty="0"/>
              <a:t>の制御権を握り、動的に構成を決定する</a:t>
            </a:r>
            <a:r>
              <a:rPr lang="en-US" altLang="ja-JP" b="0" dirty="0"/>
              <a:t>CNF</a:t>
            </a:r>
            <a:r>
              <a:rPr lang="ja-JP" altLang="en-US" b="0" dirty="0"/>
              <a:t>主体の協調アーキテクチャを提案する</a:t>
            </a:r>
            <a:endParaRPr lang="en-US" altLang="ja-JP" b="0" dirty="0"/>
          </a:p>
          <a:p>
            <a:r>
              <a:rPr lang="ja-JP" altLang="en-US" dirty="0">
                <a:ea typeface="游ゴシック"/>
              </a:rPr>
              <a:t>*評価の結果、</a:t>
            </a:r>
            <a:r>
              <a:rPr lang="en-US" altLang="ja-JP" dirty="0">
                <a:ea typeface="游ゴシック"/>
              </a:rPr>
              <a:t>1024</a:t>
            </a:r>
            <a:r>
              <a:rPr lang="ja-JP" altLang="en-US" dirty="0">
                <a:ea typeface="游ゴシック"/>
              </a:rPr>
              <a:t>エントリに対するテーブルマッチング処理の場合、最大</a:t>
            </a:r>
            <a:r>
              <a:rPr lang="en-US" altLang="ja-JP" dirty="0">
                <a:ea typeface="游ゴシック"/>
              </a:rPr>
              <a:t>7</a:t>
            </a:r>
            <a:r>
              <a:rPr lang="ja-JP" altLang="en-US" dirty="0">
                <a:ea typeface="游ゴシック"/>
              </a:rPr>
              <a:t>倍の高速化が確認され、提案アーキテクチャにおける処理のオフロードが有効であるとわかった</a:t>
            </a:r>
            <a:br>
              <a:rPr lang="en-US" altLang="ja-JP" dirty="0">
                <a:ea typeface="游ゴシック"/>
              </a:rPr>
            </a:br>
            <a:endParaRPr lang="en-US" altLang="ja-JP" dirty="0">
              <a:ea typeface="游ゴシック"/>
            </a:endParaRPr>
          </a:p>
        </p:txBody>
      </p:sp>
      <p:sp>
        <p:nvSpPr>
          <p:cNvPr id="4" name="スライド番号プレースホルダー 3"/>
          <p:cNvSpPr>
            <a:spLocks noGrp="1"/>
          </p:cNvSpPr>
          <p:nvPr>
            <p:ph type="sldNum" sz="quarter" idx="5"/>
          </p:nvPr>
        </p:nvSpPr>
        <p:spPr/>
        <p:txBody>
          <a:bodyPr/>
          <a:lstStyle/>
          <a:p>
            <a:fld id="{65A6BC4C-7B37-483E-9EFD-95C3F5D56670}" type="slidenum">
              <a:rPr kumimoji="1" lang="ja-JP" altLang="en-US" smtClean="0"/>
              <a:t>1</a:t>
            </a:fld>
            <a:endParaRPr kumimoji="1" lang="ja-JP" altLang="en-US"/>
          </a:p>
        </p:txBody>
      </p:sp>
    </p:spTree>
    <p:extLst>
      <p:ext uri="{BB962C8B-B14F-4D97-AF65-F5344CB8AC3E}">
        <p14:creationId xmlns:p14="http://schemas.microsoft.com/office/powerpoint/2010/main" val="1031461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defRPr/>
            </a:pPr>
            <a:r>
              <a:rPr lang="en-US" altLang="ja-JP" dirty="0">
                <a:ea typeface="游ゴシック"/>
              </a:rPr>
              <a:t>*</a:t>
            </a:r>
            <a:r>
              <a:rPr lang="en-US" altLang="ja-JP" dirty="0" err="1">
                <a:ea typeface="游ゴシック"/>
              </a:rPr>
              <a:t>コンテナ型のネットワーク機能であるCNF</a:t>
            </a:r>
            <a:r>
              <a:rPr lang="ja-JP" altLang="en-US" dirty="0">
                <a:ea typeface="游ゴシック"/>
              </a:rPr>
              <a:t>は～に優れている一方で、～に問題がある</a:t>
            </a:r>
            <a:br>
              <a:rPr lang="en-US" altLang="ja-JP" dirty="0">
                <a:ea typeface="游ゴシック"/>
              </a:rPr>
            </a:br>
            <a:r>
              <a:rPr lang="en-US" altLang="ja-JP" dirty="0">
                <a:ea typeface="游ゴシック"/>
              </a:rPr>
              <a:t>*CNF</a:t>
            </a:r>
            <a:r>
              <a:rPr lang="ja-JP" altLang="en-US" dirty="0">
                <a:ea typeface="游ゴシック"/>
              </a:rPr>
              <a:t>は汎用サーバとの転送処理とヘッダ解析などの</a:t>
            </a:r>
            <a:r>
              <a:rPr lang="en-US" altLang="ja-JP" dirty="0">
                <a:ea typeface="游ゴシック"/>
              </a:rPr>
              <a:t>NF</a:t>
            </a:r>
            <a:r>
              <a:rPr lang="ja-JP" altLang="en-US" dirty="0">
                <a:ea typeface="游ゴシック"/>
              </a:rPr>
              <a:t>固有の本処理があり、</a:t>
            </a:r>
            <a:br>
              <a:rPr lang="en-US" altLang="ja-JP" dirty="0">
                <a:ea typeface="游ゴシック"/>
              </a:rPr>
            </a:br>
            <a:r>
              <a:rPr lang="en-US" altLang="ja-JP" dirty="0">
                <a:ea typeface="游ゴシック"/>
              </a:rPr>
              <a:t>*</a:t>
            </a:r>
            <a:r>
              <a:rPr lang="ja-JP" altLang="en-US" dirty="0">
                <a:ea typeface="游ゴシック"/>
              </a:rPr>
              <a:t>先行研究では転送処理の高速化を行った</a:t>
            </a:r>
            <a:endParaRPr lang="en-US" altLang="ja-JP" dirty="0">
              <a:ea typeface="游ゴシック"/>
            </a:endParaRPr>
          </a:p>
          <a:p>
            <a:pPr>
              <a:defRPr/>
            </a:pPr>
            <a:r>
              <a:rPr lang="en-US" altLang="ja-JP" dirty="0">
                <a:ea typeface="游ゴシック"/>
              </a:rPr>
              <a:t>*</a:t>
            </a:r>
            <a:r>
              <a:rPr lang="ja-JP" altLang="en-US" dirty="0">
                <a:ea typeface="游ゴシック"/>
              </a:rPr>
              <a:t>パケットの高速転送を可能にする</a:t>
            </a:r>
            <a:r>
              <a:rPr lang="en-US" altLang="ja-JP" dirty="0">
                <a:ea typeface="游ゴシック"/>
              </a:rPr>
              <a:t>DPDK</a:t>
            </a:r>
            <a:r>
              <a:rPr lang="ja-JP" altLang="en-US" dirty="0">
                <a:ea typeface="游ゴシック"/>
              </a:rPr>
              <a:t>を用いた場合、</a:t>
            </a:r>
            <a:r>
              <a:rPr lang="en-US" altLang="ja-JP" dirty="0">
                <a:ea typeface="游ゴシック"/>
              </a:rPr>
              <a:t>20Mpps</a:t>
            </a:r>
            <a:r>
              <a:rPr lang="ja-JP" altLang="en-US" dirty="0">
                <a:ea typeface="游ゴシック"/>
              </a:rPr>
              <a:t>であるのに対し、</a:t>
            </a:r>
            <a:r>
              <a:rPr lang="en-US" altLang="ja-JP" dirty="0">
                <a:ea typeface="游ゴシック"/>
              </a:rPr>
              <a:t>130Mpps</a:t>
            </a:r>
            <a:r>
              <a:rPr lang="ja-JP" altLang="en-US" dirty="0">
                <a:ea typeface="游ゴシック"/>
              </a:rPr>
              <a:t>まで向上した</a:t>
            </a:r>
            <a:endParaRPr lang="en-US" altLang="ja-JP" dirty="0">
              <a:ea typeface="游ゴシック"/>
            </a:endParaRPr>
          </a:p>
          <a:p>
            <a:pPr>
              <a:defRPr/>
            </a:pPr>
            <a:r>
              <a:rPr lang="en-US" altLang="ja-JP" dirty="0">
                <a:ea typeface="游ゴシック"/>
                <a:cs typeface="+mn-lt"/>
              </a:rPr>
              <a:t>*</a:t>
            </a:r>
            <a:r>
              <a:rPr lang="ja-JP" altLang="en-US" dirty="0">
                <a:ea typeface="游ゴシック"/>
                <a:cs typeface="+mn-lt"/>
              </a:rPr>
              <a:t>しかし先行研究では転送処理のみに着目しており、本処理は考慮していない</a:t>
            </a:r>
            <a:br>
              <a:rPr lang="en-US" altLang="ja-JP" dirty="0">
                <a:ea typeface="游ゴシック"/>
                <a:cs typeface="+mn-lt"/>
              </a:rPr>
            </a:br>
            <a:r>
              <a:rPr lang="en-US" altLang="ja-JP" dirty="0">
                <a:ea typeface="游ゴシック"/>
                <a:cs typeface="+mn-lt"/>
              </a:rPr>
              <a:t>*</a:t>
            </a:r>
            <a:r>
              <a:rPr lang="ja-JP" altLang="en-US" dirty="0">
                <a:ea typeface="游ゴシック"/>
                <a:cs typeface="+mn-lt"/>
              </a:rPr>
              <a:t>そのため従来の</a:t>
            </a:r>
            <a:r>
              <a:rPr lang="en-US" altLang="ja-JP" dirty="0">
                <a:ea typeface="游ゴシック"/>
                <a:cs typeface="+mn-lt"/>
              </a:rPr>
              <a:t>NF</a:t>
            </a:r>
            <a:r>
              <a:rPr lang="ja-JP" altLang="en-US" dirty="0">
                <a:ea typeface="游ゴシック"/>
                <a:cs typeface="+mn-lt"/>
              </a:rPr>
              <a:t>との差があるため、本研究では本処理の高速化を考える</a:t>
            </a:r>
            <a:endParaRPr lang="en-US" altLang="ja-JP" dirty="0">
              <a:ea typeface="游ゴシック"/>
              <a:cs typeface="+mn-lt"/>
            </a:endParaRPr>
          </a:p>
          <a:p>
            <a:pPr>
              <a:defRPr/>
            </a:pPr>
            <a:r>
              <a:rPr lang="en-US" altLang="ja-JP" dirty="0">
                <a:ea typeface="游ゴシック"/>
                <a:cs typeface="+mn-lt"/>
              </a:rPr>
              <a:t>*</a:t>
            </a:r>
            <a:r>
              <a:rPr lang="ja-JP" altLang="en-US" dirty="0">
                <a:ea typeface="游ゴシック"/>
                <a:cs typeface="+mn-lt"/>
              </a:rPr>
              <a:t>本処理は～があるが、本研究ではテーブルマッチング処理に着目する</a:t>
            </a:r>
            <a:endParaRPr lang="en-US" altLang="ja-JP" dirty="0">
              <a:ea typeface="游ゴシック"/>
              <a:cs typeface="+mn-lt"/>
            </a:endParaRPr>
          </a:p>
          <a:p>
            <a:pPr>
              <a:defRPr/>
            </a:pPr>
            <a:r>
              <a:rPr lang="en-US" altLang="ja-JP" dirty="0">
                <a:ea typeface="游ゴシック"/>
                <a:cs typeface="+mn-lt"/>
              </a:rPr>
              <a:t>*</a:t>
            </a:r>
            <a:r>
              <a:rPr lang="ja-JP" altLang="en-US" dirty="0">
                <a:ea typeface="游ゴシック"/>
                <a:cs typeface="+mn-lt"/>
              </a:rPr>
              <a:t>理由として、テーブルのエントリキーはヘッダフィールドが異なるほか、数も異なる。</a:t>
            </a:r>
            <a:endParaRPr lang="en-US" altLang="ja-JP" dirty="0">
              <a:ea typeface="游ゴシック"/>
              <a:cs typeface="+mn-lt"/>
            </a:endParaRPr>
          </a:p>
          <a:p>
            <a:pPr>
              <a:defRPr/>
            </a:pPr>
            <a:r>
              <a:rPr lang="en-US" altLang="ja-JP" dirty="0">
                <a:ea typeface="游ゴシック"/>
                <a:cs typeface="+mn-lt"/>
              </a:rPr>
              <a:t>*</a:t>
            </a:r>
            <a:r>
              <a:rPr lang="ja-JP" altLang="en-US" dirty="0">
                <a:ea typeface="游ゴシック"/>
                <a:cs typeface="+mn-lt"/>
              </a:rPr>
              <a:t>そのため、マッチ条件が複雑であり</a:t>
            </a:r>
            <a:r>
              <a:rPr lang="en-US" altLang="ja-JP" dirty="0">
                <a:ea typeface="游ゴシック"/>
                <a:cs typeface="+mn-lt"/>
              </a:rPr>
              <a:t>hash</a:t>
            </a:r>
            <a:r>
              <a:rPr lang="ja-JP" altLang="en-US" dirty="0">
                <a:ea typeface="游ゴシック"/>
                <a:cs typeface="+mn-lt"/>
              </a:rPr>
              <a:t>探索が難しいため、エントリを一つづつ順番に探索する必要がある他、</a:t>
            </a:r>
            <a:endParaRPr lang="en-US" altLang="ja-JP" dirty="0">
              <a:ea typeface="游ゴシック"/>
              <a:cs typeface="+mn-lt"/>
            </a:endParaRPr>
          </a:p>
          <a:p>
            <a:pPr>
              <a:defRPr/>
            </a:pPr>
            <a:r>
              <a:rPr lang="en-US" altLang="ja-JP" dirty="0">
                <a:ea typeface="游ゴシック"/>
                <a:cs typeface="+mn-lt"/>
              </a:rPr>
              <a:t>*</a:t>
            </a:r>
            <a:r>
              <a:rPr lang="ja-JP" altLang="en-US" dirty="0">
                <a:ea typeface="游ゴシック"/>
                <a:cs typeface="+mn-lt"/>
              </a:rPr>
              <a:t>従来の</a:t>
            </a:r>
            <a:r>
              <a:rPr lang="en-US" altLang="ja-JP" dirty="0">
                <a:ea typeface="游ゴシック"/>
                <a:cs typeface="+mn-lt"/>
              </a:rPr>
              <a:t>NF</a:t>
            </a:r>
            <a:r>
              <a:rPr lang="ja-JP" altLang="en-US" dirty="0">
                <a:ea typeface="游ゴシック"/>
                <a:cs typeface="+mn-lt"/>
              </a:rPr>
              <a:t>は数百から数百万ものエントリが存在する</a:t>
            </a:r>
            <a:endParaRPr lang="en-US" altLang="ja-JP" dirty="0">
              <a:ea typeface="游ゴシック"/>
              <a:cs typeface="+mn-lt"/>
            </a:endParaRPr>
          </a:p>
          <a:p>
            <a:pPr>
              <a:defRPr/>
            </a:pPr>
            <a:r>
              <a:rPr lang="en-US" altLang="ja-JP" dirty="0">
                <a:ea typeface="游ゴシック"/>
                <a:cs typeface="+mn-lt"/>
              </a:rPr>
              <a:t>*</a:t>
            </a:r>
            <a:r>
              <a:rPr lang="ja-JP" altLang="en-US" dirty="0">
                <a:ea typeface="游ゴシック"/>
                <a:cs typeface="+mn-lt"/>
              </a:rPr>
              <a:t>そのため、ヘッダ解析や更新とは違い、定数時間での処理が保証されない</a:t>
            </a:r>
            <a:endParaRPr lang="en-US" altLang="ja-JP" dirty="0">
              <a:ea typeface="游ゴシック"/>
              <a:cs typeface="+mn-lt"/>
            </a:endParaRPr>
          </a:p>
          <a:p>
            <a:pPr>
              <a:defRPr/>
            </a:pPr>
            <a:r>
              <a:rPr lang="en-US" altLang="ja-JP" dirty="0">
                <a:ea typeface="游ゴシック"/>
                <a:cs typeface="+mn-lt"/>
              </a:rPr>
              <a:t>*</a:t>
            </a:r>
            <a:r>
              <a:rPr lang="ja-JP" altLang="en-US" dirty="0">
                <a:ea typeface="游ゴシック"/>
                <a:cs typeface="+mn-lt"/>
              </a:rPr>
              <a:t>そこでマッチング処理による</a:t>
            </a:r>
            <a:r>
              <a:rPr lang="en-US" altLang="ja-JP" dirty="0">
                <a:ea typeface="游ゴシック"/>
                <a:cs typeface="+mn-lt"/>
              </a:rPr>
              <a:t>CNF</a:t>
            </a:r>
            <a:r>
              <a:rPr lang="ja-JP" altLang="en-US" dirty="0">
                <a:ea typeface="游ゴシック"/>
                <a:cs typeface="+mn-lt"/>
              </a:rPr>
              <a:t>の性能低下を考え、評価を行った。</a:t>
            </a:r>
            <a:endParaRPr lang="en-US" altLang="ja-JP" dirty="0">
              <a:ea typeface="游ゴシック"/>
              <a:cs typeface="+mn-lt"/>
            </a:endParaRPr>
          </a:p>
          <a:p>
            <a:pPr>
              <a:defRPr/>
            </a:pPr>
            <a:endParaRPr lang="en-US" altLang="ja-JP" dirty="0">
              <a:ea typeface="游ゴシック"/>
              <a:cs typeface="+mn-lt"/>
            </a:endParaRPr>
          </a:p>
          <a:p>
            <a:pPr>
              <a:defRPr/>
            </a:pPr>
            <a:r>
              <a:rPr lang="en-US" altLang="ja-JP" dirty="0">
                <a:ea typeface="游ゴシック"/>
              </a:rPr>
              <a:t>*6G</a:t>
            </a:r>
            <a:r>
              <a:rPr lang="ja-JP" altLang="en-US" dirty="0">
                <a:ea typeface="游ゴシック"/>
              </a:rPr>
              <a:t>の要求性能</a:t>
            </a:r>
            <a:r>
              <a:rPr lang="en-US" altLang="ja-JP" dirty="0">
                <a:ea typeface="游ゴシック"/>
              </a:rPr>
              <a:t>100Gbps</a:t>
            </a:r>
            <a:r>
              <a:rPr lang="ja-JP" altLang="en-US" dirty="0">
                <a:ea typeface="游ゴシック"/>
              </a:rPr>
              <a:t>≒</a:t>
            </a:r>
            <a:r>
              <a:rPr lang="en-US" altLang="ja-JP" dirty="0">
                <a:ea typeface="游ゴシック"/>
              </a:rPr>
              <a:t>150Mpps</a:t>
            </a:r>
            <a:r>
              <a:rPr lang="ja-JP" altLang="en-US" dirty="0">
                <a:ea typeface="游ゴシック"/>
              </a:rPr>
              <a:t>程</a:t>
            </a:r>
            <a:endParaRPr lang="en-US" altLang="ja-JP" dirty="0">
              <a:ea typeface="游ゴシック"/>
            </a:endParaRPr>
          </a:p>
        </p:txBody>
      </p:sp>
      <p:sp>
        <p:nvSpPr>
          <p:cNvPr id="4" name="スライド番号プレースホルダー 3"/>
          <p:cNvSpPr>
            <a:spLocks noGrp="1"/>
          </p:cNvSpPr>
          <p:nvPr>
            <p:ph type="sldNum" sz="quarter" idx="5"/>
          </p:nvPr>
        </p:nvSpPr>
        <p:spPr/>
        <p:txBody>
          <a:bodyPr/>
          <a:lstStyle/>
          <a:p>
            <a:fld id="{65A6BC4C-7B37-483E-9EFD-95C3F5D56670}" type="slidenum">
              <a:rPr kumimoji="1" lang="ja-JP" altLang="en-US" smtClean="0"/>
              <a:t>2</a:t>
            </a:fld>
            <a:endParaRPr kumimoji="1" lang="ja-JP" altLang="en-US"/>
          </a:p>
        </p:txBody>
      </p:sp>
    </p:spTree>
    <p:extLst>
      <p:ext uri="{BB962C8B-B14F-4D97-AF65-F5344CB8AC3E}">
        <p14:creationId xmlns:p14="http://schemas.microsoft.com/office/powerpoint/2010/main" val="1838939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sz="700" dirty="0">
                <a:ea typeface="游ゴシック"/>
              </a:rPr>
              <a:t>*</a:t>
            </a:r>
            <a:r>
              <a:rPr lang="ja-JP" altLang="en-US" sz="700" dirty="0">
                <a:ea typeface="游ゴシック"/>
              </a:rPr>
              <a:t>実際に本処理としてテーブルマッチング処理を行った転送を評価した。</a:t>
            </a:r>
            <a:endParaRPr lang="en-US" altLang="ja-JP" sz="700" dirty="0">
              <a:ea typeface="游ゴシック"/>
            </a:endParaRPr>
          </a:p>
          <a:p>
            <a:r>
              <a:rPr lang="en-US" altLang="ja-JP" sz="700" dirty="0">
                <a:ea typeface="游ゴシック"/>
              </a:rPr>
              <a:t>*</a:t>
            </a:r>
            <a:r>
              <a:rPr lang="ja-JP" altLang="en-US" sz="700" dirty="0">
                <a:ea typeface="游ゴシック"/>
              </a:rPr>
              <a:t>評価では、エントリの探索回数に対する</a:t>
            </a:r>
            <a:endParaRPr lang="en-US" altLang="ja-JP" sz="700" dirty="0">
              <a:ea typeface="游ゴシック"/>
            </a:endParaRPr>
          </a:p>
          <a:p>
            <a:r>
              <a:rPr lang="en-US" altLang="ja-JP" sz="700" dirty="0">
                <a:ea typeface="游ゴシック"/>
              </a:rPr>
              <a:t>*</a:t>
            </a:r>
            <a:r>
              <a:rPr lang="ja-JP" altLang="en-US" sz="700" dirty="0">
                <a:ea typeface="游ゴシック"/>
              </a:rPr>
              <a:t>転送性能のスループットと、エントリの探索による</a:t>
            </a:r>
            <a:r>
              <a:rPr lang="en-US" altLang="ja-JP" sz="700" dirty="0">
                <a:ea typeface="游ゴシック"/>
              </a:rPr>
              <a:t>CPU</a:t>
            </a:r>
            <a:r>
              <a:rPr lang="ja-JP" altLang="en-US" sz="700" dirty="0">
                <a:ea typeface="游ゴシック"/>
              </a:rPr>
              <a:t>メモリアクセスを考え</a:t>
            </a:r>
            <a:r>
              <a:rPr lang="en-US" altLang="ja-JP" sz="700" dirty="0">
                <a:ea typeface="游ゴシック"/>
              </a:rPr>
              <a:t>Level 1data</a:t>
            </a:r>
            <a:r>
              <a:rPr lang="ja-JP" altLang="en-US" sz="700" dirty="0">
                <a:ea typeface="游ゴシック"/>
              </a:rPr>
              <a:t>キャッシュヒット率を計測</a:t>
            </a:r>
            <a:endParaRPr lang="en-US" altLang="ja-JP" sz="700" dirty="0">
              <a:ea typeface="游ゴシック"/>
            </a:endParaRPr>
          </a:p>
          <a:p>
            <a:r>
              <a:rPr lang="en-US" altLang="ja-JP" sz="700" dirty="0">
                <a:ea typeface="游ゴシック"/>
              </a:rPr>
              <a:t>*</a:t>
            </a:r>
            <a:r>
              <a:rPr lang="ja-JP" altLang="en-US" sz="700" dirty="0">
                <a:ea typeface="游ゴシック"/>
              </a:rPr>
              <a:t>評価の結果、</a:t>
            </a:r>
            <a:r>
              <a:rPr lang="en-US" altLang="ja-JP" sz="700" dirty="0">
                <a:ea typeface="游ゴシック"/>
              </a:rPr>
              <a:t>20</a:t>
            </a:r>
            <a:r>
              <a:rPr lang="ja-JP" altLang="en-US" sz="700" dirty="0">
                <a:ea typeface="游ゴシック"/>
              </a:rPr>
              <a:t>エントリ以降で先行研究の</a:t>
            </a:r>
            <a:r>
              <a:rPr lang="en-US" altLang="ja-JP" sz="700" dirty="0">
                <a:ea typeface="游ゴシック"/>
              </a:rPr>
              <a:t>130Mpps</a:t>
            </a:r>
            <a:r>
              <a:rPr lang="ja-JP" altLang="en-US" sz="700" dirty="0">
                <a:ea typeface="游ゴシック"/>
              </a:rPr>
              <a:t>というスループットが半分以下になった。</a:t>
            </a:r>
            <a:br>
              <a:rPr lang="en-US" altLang="ja-JP" sz="700" dirty="0">
                <a:ea typeface="游ゴシック"/>
              </a:rPr>
            </a:br>
            <a:r>
              <a:rPr lang="en-US" altLang="ja-JP" sz="700" dirty="0">
                <a:ea typeface="游ゴシック"/>
              </a:rPr>
              <a:t>*</a:t>
            </a:r>
            <a:r>
              <a:rPr lang="ja-JP" altLang="en-US" sz="700" dirty="0">
                <a:ea typeface="游ゴシック"/>
              </a:rPr>
              <a:t>またキャッシュヒット率は低下せず、キャッシュ観点における理論上の性能上限であるとわかった</a:t>
            </a:r>
            <a:endParaRPr lang="en-US" altLang="ja-JP" sz="700" dirty="0">
              <a:ea typeface="游ゴシック"/>
            </a:endParaRPr>
          </a:p>
          <a:p>
            <a:r>
              <a:rPr lang="en-US" altLang="ja-JP" sz="700" dirty="0">
                <a:ea typeface="游ゴシック"/>
              </a:rPr>
              <a:t>*</a:t>
            </a:r>
            <a:r>
              <a:rPr lang="ja-JP" altLang="en-US" sz="700" dirty="0">
                <a:ea typeface="游ゴシック"/>
              </a:rPr>
              <a:t>数十</a:t>
            </a:r>
            <a:r>
              <a:rPr lang="en-US" altLang="ja-JP" sz="700" dirty="0">
                <a:ea typeface="游ゴシック"/>
              </a:rPr>
              <a:t>Mpps</a:t>
            </a:r>
            <a:r>
              <a:rPr lang="ja-JP" altLang="en-US" sz="700" dirty="0">
                <a:ea typeface="游ゴシック"/>
              </a:rPr>
              <a:t>でも遅いというわけではないが、コアネットワークのような高速通信を求められる環境では性能が足りない</a:t>
            </a:r>
            <a:endParaRPr lang="en-US" altLang="ja-JP" sz="700" dirty="0">
              <a:ea typeface="游ゴシック"/>
            </a:endParaRPr>
          </a:p>
          <a:p>
            <a:r>
              <a:rPr lang="en-US" altLang="ja-JP" sz="700" dirty="0">
                <a:ea typeface="游ゴシック"/>
                <a:cs typeface="+mn-lt"/>
              </a:rPr>
              <a:t>*</a:t>
            </a:r>
            <a:r>
              <a:rPr lang="ja-JP" altLang="en-US" sz="700" dirty="0">
                <a:ea typeface="游ゴシック"/>
                <a:cs typeface="+mn-lt"/>
              </a:rPr>
              <a:t>以上のことから</a:t>
            </a:r>
            <a:r>
              <a:rPr lang="en-US" altLang="ja-JP" sz="700" dirty="0">
                <a:ea typeface="游ゴシック"/>
                <a:cs typeface="+mn-lt"/>
              </a:rPr>
              <a:t>SW</a:t>
            </a:r>
            <a:r>
              <a:rPr lang="ja-JP" altLang="en-US" sz="700" dirty="0">
                <a:ea typeface="游ゴシック"/>
                <a:cs typeface="+mn-lt"/>
              </a:rPr>
              <a:t>によるテーブルマッチング処理の高速化は難しいとわかる</a:t>
            </a:r>
            <a:endParaRPr lang="en-US" altLang="ja-JP" sz="700" dirty="0">
              <a:ea typeface="游ゴシック"/>
              <a:cs typeface="+mn-lt"/>
            </a:endParaRPr>
          </a:p>
          <a:p>
            <a:r>
              <a:rPr lang="en-US" altLang="ja-JP" sz="700" dirty="0">
                <a:ea typeface="游ゴシック"/>
              </a:rPr>
              <a:t>*</a:t>
            </a:r>
            <a:r>
              <a:rPr lang="ja-JP" altLang="en-US" sz="700" dirty="0">
                <a:ea typeface="游ゴシック"/>
              </a:rPr>
              <a:t>そこで、テーブルマッチング処理に特化した</a:t>
            </a:r>
            <a:r>
              <a:rPr lang="en-US" altLang="ja-JP" sz="700" dirty="0">
                <a:ea typeface="游ゴシック"/>
              </a:rPr>
              <a:t>TCAM</a:t>
            </a:r>
            <a:r>
              <a:rPr lang="ja-JP" altLang="en-US" sz="700" dirty="0">
                <a:ea typeface="游ゴシック"/>
              </a:rPr>
              <a:t>の活用を考える</a:t>
            </a:r>
            <a:endParaRPr lang="en-US" altLang="ja-JP" sz="700" dirty="0">
              <a:ea typeface="游ゴシック"/>
            </a:endParaRPr>
          </a:p>
          <a:p>
            <a:r>
              <a:rPr lang="en-US" altLang="ja-JP" sz="700" dirty="0">
                <a:ea typeface="游ゴシック"/>
              </a:rPr>
              <a:t>*TCAM</a:t>
            </a:r>
            <a:r>
              <a:rPr lang="ja-JP" altLang="en-US" sz="700" dirty="0">
                <a:ea typeface="游ゴシック"/>
              </a:rPr>
              <a:t>は全エントリを並列に探索できるため、ソフトウェア実装と違い、定数時間内でのマッチング処理が可能。</a:t>
            </a:r>
            <a:endParaRPr lang="en-US" altLang="ja-JP" sz="700" dirty="0">
              <a:ea typeface="游ゴシック"/>
            </a:endParaRPr>
          </a:p>
          <a:p>
            <a:r>
              <a:rPr lang="en-US" altLang="ja-JP" sz="700" dirty="0">
                <a:ea typeface="游ゴシック"/>
              </a:rPr>
              <a:t>*</a:t>
            </a:r>
            <a:r>
              <a:rPr lang="ja-JP" altLang="en-US" sz="700" dirty="0">
                <a:ea typeface="游ゴシック"/>
              </a:rPr>
              <a:t>このように</a:t>
            </a:r>
            <a:r>
              <a:rPr lang="en-US" altLang="ja-JP" sz="700" dirty="0">
                <a:ea typeface="游ゴシック"/>
              </a:rPr>
              <a:t>HW</a:t>
            </a:r>
            <a:r>
              <a:rPr lang="ja-JP" altLang="en-US" sz="700" dirty="0">
                <a:ea typeface="游ゴシック"/>
              </a:rPr>
              <a:t>の支援を受けるといった協調による高速化が考えられる</a:t>
            </a:r>
            <a:endParaRPr lang="en-US" altLang="ja-JP" sz="700" dirty="0">
              <a:ea typeface="游ゴシック"/>
            </a:endParaRPr>
          </a:p>
        </p:txBody>
      </p:sp>
      <p:sp>
        <p:nvSpPr>
          <p:cNvPr id="4" name="スライド番号プレースホルダー 3"/>
          <p:cNvSpPr>
            <a:spLocks noGrp="1"/>
          </p:cNvSpPr>
          <p:nvPr>
            <p:ph type="sldNum" sz="quarter" idx="5"/>
          </p:nvPr>
        </p:nvSpPr>
        <p:spPr/>
        <p:txBody>
          <a:bodyPr/>
          <a:lstStyle/>
          <a:p>
            <a:fld id="{65A6BC4C-7B37-483E-9EFD-95C3F5D56670}" type="slidenum">
              <a:rPr kumimoji="1" lang="ja-JP" altLang="en-US" smtClean="0"/>
              <a:t>3</a:t>
            </a:fld>
            <a:endParaRPr kumimoji="1" lang="ja-JP" altLang="en-US"/>
          </a:p>
        </p:txBody>
      </p:sp>
    </p:spTree>
    <p:extLst>
      <p:ext uri="{BB962C8B-B14F-4D97-AF65-F5344CB8AC3E}">
        <p14:creationId xmlns:p14="http://schemas.microsoft.com/office/powerpoint/2010/main" val="3305213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a:t>
            </a:r>
            <a:r>
              <a:rPr lang="ja-JP" altLang="en-US" dirty="0"/>
              <a:t>そこで先ほどの</a:t>
            </a:r>
            <a:r>
              <a:rPr lang="en-US" altLang="ja-JP" dirty="0"/>
              <a:t>TCAM</a:t>
            </a:r>
            <a:r>
              <a:rPr lang="ja-JP" altLang="en-US" dirty="0"/>
              <a:t>やヘッダ解析などの</a:t>
            </a:r>
            <a:r>
              <a:rPr lang="en-US" altLang="ja-JP" dirty="0"/>
              <a:t>pkt</a:t>
            </a:r>
            <a:r>
              <a:rPr lang="ja-JP" altLang="en-US" dirty="0"/>
              <a:t>処理に特化した</a:t>
            </a:r>
            <a:r>
              <a:rPr lang="en-US" altLang="ja-JP" dirty="0"/>
              <a:t>ASIC</a:t>
            </a:r>
            <a:r>
              <a:rPr lang="ja-JP" altLang="en-US" dirty="0"/>
              <a:t>を備えたプログラマブルな</a:t>
            </a:r>
            <a:r>
              <a:rPr lang="en-US" altLang="ja-JP" dirty="0"/>
              <a:t>HW</a:t>
            </a:r>
            <a:r>
              <a:rPr lang="ja-JP" altLang="en-US" dirty="0"/>
              <a:t>スイッチである</a:t>
            </a:r>
            <a:r>
              <a:rPr lang="en-US" altLang="ja-JP" dirty="0"/>
              <a:t>WBS</a:t>
            </a:r>
            <a:r>
              <a:rPr lang="ja-JP" altLang="en-US" dirty="0"/>
              <a:t>を活用する</a:t>
            </a:r>
            <a:endParaRPr lang="en-US" altLang="ja-JP" dirty="0"/>
          </a:p>
          <a:p>
            <a:r>
              <a:rPr lang="en-US" altLang="ja-JP" dirty="0"/>
              <a:t>*</a:t>
            </a:r>
            <a:r>
              <a:rPr lang="ja-JP" altLang="en-US" dirty="0"/>
              <a:t>まず</a:t>
            </a:r>
            <a:r>
              <a:rPr lang="en-US" altLang="ja-JP" dirty="0"/>
              <a:t>WBS</a:t>
            </a:r>
            <a:r>
              <a:rPr lang="ja-JP" altLang="en-US" dirty="0"/>
              <a:t>が</a:t>
            </a:r>
            <a:r>
              <a:rPr lang="en-US" altLang="ja-JP" dirty="0"/>
              <a:t>NF</a:t>
            </a:r>
            <a:r>
              <a:rPr lang="ja-JP" altLang="en-US" dirty="0"/>
              <a:t>を担うことによる処理の高速化が考えられるが、</a:t>
            </a:r>
            <a:endParaRPr lang="en-US" altLang="ja-JP" dirty="0"/>
          </a:p>
          <a:p>
            <a:r>
              <a:rPr lang="en-US" dirty="0"/>
              <a:t>*</a:t>
            </a:r>
            <a:r>
              <a:rPr lang="ja-JP" altLang="en-US" dirty="0"/>
              <a:t>ネットワークの状況に応じて、</a:t>
            </a:r>
            <a:r>
              <a:rPr lang="en-US" altLang="ja-JP" dirty="0"/>
              <a:t>NF</a:t>
            </a:r>
            <a:r>
              <a:rPr lang="ja-JP" altLang="en-US" dirty="0"/>
              <a:t>ユーザが自由に配置を変えられないという問題がある</a:t>
            </a:r>
            <a:endParaRPr lang="en-US" altLang="ja-JP" dirty="0"/>
          </a:p>
          <a:p>
            <a:r>
              <a:rPr lang="en-US" dirty="0"/>
              <a:t>*</a:t>
            </a:r>
            <a:r>
              <a:rPr lang="ja-JP" altLang="en-US" dirty="0"/>
              <a:t>そのため～する必要がある</a:t>
            </a:r>
            <a:endParaRPr lang="en-US" altLang="ja-JP" dirty="0"/>
          </a:p>
          <a:p>
            <a:r>
              <a:rPr lang="en-US" dirty="0"/>
              <a:t>*</a:t>
            </a:r>
            <a:r>
              <a:rPr lang="ja-JP" altLang="en-US" dirty="0"/>
              <a:t>そこで考えられるのは</a:t>
            </a:r>
            <a:r>
              <a:rPr lang="en-US" altLang="ja-JP" dirty="0"/>
              <a:t>1</a:t>
            </a:r>
            <a:r>
              <a:rPr lang="ja-JP" altLang="en-US" dirty="0"/>
              <a:t>つ</a:t>
            </a:r>
            <a:r>
              <a:rPr lang="en-US" altLang="ja-JP" dirty="0"/>
              <a:t>CNF</a:t>
            </a:r>
            <a:r>
              <a:rPr lang="ja-JP" altLang="en-US" dirty="0"/>
              <a:t>が</a:t>
            </a:r>
            <a:r>
              <a:rPr lang="en-US" altLang="ja-JP" dirty="0"/>
              <a:t>WBS</a:t>
            </a:r>
            <a:r>
              <a:rPr lang="ja-JP" altLang="en-US" dirty="0"/>
              <a:t>を専有する構成である</a:t>
            </a:r>
            <a:endParaRPr lang="en-US" dirty="0"/>
          </a:p>
          <a:p>
            <a:r>
              <a:rPr lang="en-US" dirty="0"/>
              <a:t>*CNF</a:t>
            </a:r>
            <a:r>
              <a:rPr lang="ja-JP" altLang="en-US" dirty="0"/>
              <a:t>に</a:t>
            </a:r>
            <a:r>
              <a:rPr lang="en-US" altLang="ja-JP" dirty="0"/>
              <a:t>NF</a:t>
            </a:r>
            <a:r>
              <a:rPr lang="ja-JP" altLang="en-US"/>
              <a:t>固有の処理を残し、異なる</a:t>
            </a:r>
            <a:r>
              <a:rPr lang="en-US" altLang="ja-JP" dirty="0"/>
              <a:t>NF</a:t>
            </a:r>
            <a:r>
              <a:rPr lang="ja-JP" altLang="en-US" dirty="0"/>
              <a:t>でも共通する処理を</a:t>
            </a:r>
            <a:r>
              <a:rPr lang="en-US" altLang="ja-JP" dirty="0"/>
              <a:t>WBS</a:t>
            </a:r>
            <a:r>
              <a:rPr lang="ja-JP" altLang="en-US" dirty="0"/>
              <a:t>にオフロードすることで処理の高速化が可能になる</a:t>
            </a:r>
            <a:endParaRPr lang="en-US" altLang="ja-JP" dirty="0"/>
          </a:p>
          <a:p>
            <a:r>
              <a:rPr lang="en-US" altLang="ja-JP" dirty="0"/>
              <a:t>*</a:t>
            </a:r>
            <a:r>
              <a:rPr lang="ja-JP" altLang="en-US" dirty="0"/>
              <a:t>先ほどの構成と違い、機能が</a:t>
            </a:r>
            <a:r>
              <a:rPr lang="en-US" altLang="ja-JP" dirty="0"/>
              <a:t>WBS</a:t>
            </a:r>
            <a:r>
              <a:rPr lang="ja-JP" altLang="en-US" dirty="0"/>
              <a:t>から分離され、</a:t>
            </a:r>
            <a:r>
              <a:rPr lang="en-US" altLang="ja-JP" dirty="0"/>
              <a:t>NF</a:t>
            </a:r>
            <a:r>
              <a:rPr lang="ja-JP" altLang="en-US" dirty="0"/>
              <a:t>の柔軟な配置が可能になり、理想的な構成と言える</a:t>
            </a:r>
            <a:endParaRPr lang="en-US" altLang="ja-JP" dirty="0"/>
          </a:p>
          <a:p>
            <a:r>
              <a:rPr lang="en-US" dirty="0"/>
              <a:t>*</a:t>
            </a:r>
            <a:r>
              <a:rPr lang="ja-JP" altLang="en-US" dirty="0">
                <a:ea typeface="游ゴシック"/>
              </a:rPr>
              <a:t>しかし</a:t>
            </a:r>
            <a:r>
              <a:rPr lang="en-US" altLang="ja-JP" dirty="0">
                <a:ea typeface="游ゴシック"/>
              </a:rPr>
              <a:t>1</a:t>
            </a:r>
            <a:r>
              <a:rPr lang="ja-JP" altLang="en-US" dirty="0">
                <a:ea typeface="游ゴシック"/>
              </a:rPr>
              <a:t>つの</a:t>
            </a:r>
            <a:r>
              <a:rPr lang="en-US" altLang="ja-JP" dirty="0">
                <a:ea typeface="游ゴシック"/>
              </a:rPr>
              <a:t>CNF</a:t>
            </a:r>
            <a:r>
              <a:rPr lang="ja-JP" altLang="en-US" dirty="0">
                <a:ea typeface="游ゴシック"/>
              </a:rPr>
              <a:t>が</a:t>
            </a:r>
            <a:r>
              <a:rPr lang="en-US" altLang="ja-JP" dirty="0">
                <a:ea typeface="游ゴシック"/>
              </a:rPr>
              <a:t>WBS</a:t>
            </a:r>
            <a:r>
              <a:rPr lang="ja-JP" altLang="en-US" dirty="0">
                <a:ea typeface="游ゴシック"/>
              </a:rPr>
              <a:t>を独占するため、他の</a:t>
            </a:r>
            <a:r>
              <a:rPr lang="en-US" altLang="ja-JP" dirty="0">
                <a:ea typeface="游ゴシック"/>
              </a:rPr>
              <a:t>CNF</a:t>
            </a:r>
            <a:r>
              <a:rPr lang="ja-JP" altLang="en-US" dirty="0">
                <a:ea typeface="游ゴシック"/>
              </a:rPr>
              <a:t>が同じ</a:t>
            </a:r>
            <a:r>
              <a:rPr lang="en-US" altLang="ja-JP" dirty="0">
                <a:ea typeface="游ゴシック"/>
              </a:rPr>
              <a:t>WBS</a:t>
            </a:r>
            <a:r>
              <a:rPr lang="ja-JP" altLang="en-US" dirty="0">
                <a:ea typeface="游ゴシック"/>
              </a:rPr>
              <a:t>を共有できない</a:t>
            </a:r>
            <a:endParaRPr lang="en-US" altLang="ja-JP" dirty="0">
              <a:ea typeface="游ゴシック"/>
            </a:endParaRPr>
          </a:p>
          <a:p>
            <a:r>
              <a:rPr lang="en-US" altLang="ja-JP" dirty="0">
                <a:ea typeface="游ゴシック"/>
              </a:rPr>
              <a:t>*</a:t>
            </a:r>
            <a:r>
              <a:rPr lang="ja-JP" altLang="en-US" dirty="0">
                <a:ea typeface="游ゴシック"/>
              </a:rPr>
              <a:t>そこで処理のオフロードによる高速化と同時に、～。</a:t>
            </a:r>
            <a:endParaRPr lang="en-US" altLang="ja-JP" dirty="0">
              <a:ea typeface="游ゴシック"/>
            </a:endParaRPr>
          </a:p>
        </p:txBody>
      </p:sp>
      <p:sp>
        <p:nvSpPr>
          <p:cNvPr id="4" name="スライド番号プレースホルダー 3"/>
          <p:cNvSpPr>
            <a:spLocks noGrp="1"/>
          </p:cNvSpPr>
          <p:nvPr>
            <p:ph type="sldNum" sz="quarter" idx="5"/>
          </p:nvPr>
        </p:nvSpPr>
        <p:spPr/>
        <p:txBody>
          <a:bodyPr/>
          <a:lstStyle/>
          <a:p>
            <a:fld id="{65A6BC4C-7B37-483E-9EFD-95C3F5D56670}" type="slidenum">
              <a:rPr kumimoji="1" lang="ja-JP" altLang="en-US" smtClean="0"/>
              <a:t>4</a:t>
            </a:fld>
            <a:endParaRPr kumimoji="1" lang="ja-JP" altLang="en-US"/>
          </a:p>
        </p:txBody>
      </p:sp>
    </p:spTree>
    <p:extLst>
      <p:ext uri="{BB962C8B-B14F-4D97-AF65-F5344CB8AC3E}">
        <p14:creationId xmlns:p14="http://schemas.microsoft.com/office/powerpoint/2010/main" val="38067126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49409-0828-CA35-B986-33284B53874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7CABAF-7847-9D76-9A83-3206F522A60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77934C-4CAC-70A2-3C16-0000ECE807CD}"/>
              </a:ext>
            </a:extLst>
          </p:cNvPr>
          <p:cNvSpPr>
            <a:spLocks noGrp="1"/>
          </p:cNvSpPr>
          <p:nvPr>
            <p:ph type="body" idx="1"/>
          </p:nvPr>
        </p:nvSpPr>
        <p:spPr/>
        <p:txBody>
          <a:bodyPr/>
          <a:lstStyle/>
          <a:p>
            <a:r>
              <a:rPr lang="en-US" altLang="ja-JP" dirty="0">
                <a:ea typeface="游ゴシック"/>
              </a:rPr>
              <a:t>*NF</a:t>
            </a:r>
            <a:r>
              <a:rPr lang="ja-JP" altLang="en-US" dirty="0">
                <a:ea typeface="游ゴシック"/>
              </a:rPr>
              <a:t>間での共有には静的な共有と動的な共有がある</a:t>
            </a:r>
            <a:endParaRPr lang="en-US" altLang="ja-JP" dirty="0">
              <a:ea typeface="游ゴシック"/>
            </a:endParaRPr>
          </a:p>
          <a:p>
            <a:r>
              <a:rPr lang="en-US" altLang="ja-JP" dirty="0">
                <a:ea typeface="游ゴシック"/>
              </a:rPr>
              <a:t>*</a:t>
            </a:r>
            <a:r>
              <a:rPr lang="ja-JP" altLang="en-US" dirty="0">
                <a:ea typeface="游ゴシック"/>
              </a:rPr>
              <a:t>ここで、テーブルエントリを使って説明する</a:t>
            </a:r>
            <a:endParaRPr lang="en-US" altLang="ja-JP" dirty="0">
              <a:ea typeface="游ゴシック"/>
            </a:endParaRPr>
          </a:p>
          <a:p>
            <a:r>
              <a:rPr lang="en-US" altLang="ja-JP" dirty="0">
                <a:ea typeface="游ゴシック"/>
              </a:rPr>
              <a:t>*</a:t>
            </a:r>
            <a:r>
              <a:rPr lang="ja-JP" altLang="en-US" dirty="0">
                <a:ea typeface="游ゴシック"/>
              </a:rPr>
              <a:t>静的な共有では</a:t>
            </a:r>
            <a:r>
              <a:rPr lang="en-US" altLang="ja-JP" dirty="0">
                <a:ea typeface="游ゴシック"/>
              </a:rPr>
              <a:t>CNF</a:t>
            </a:r>
            <a:r>
              <a:rPr lang="ja-JP" altLang="en-US" dirty="0">
                <a:ea typeface="游ゴシック"/>
              </a:rPr>
              <a:t>が持っているエントリを全て</a:t>
            </a:r>
            <a:r>
              <a:rPr lang="en-US" altLang="ja-JP" dirty="0">
                <a:ea typeface="游ゴシック"/>
              </a:rPr>
              <a:t>WBS</a:t>
            </a:r>
            <a:r>
              <a:rPr lang="ja-JP" altLang="en-US" dirty="0">
                <a:ea typeface="游ゴシック"/>
              </a:rPr>
              <a:t>に共有する</a:t>
            </a:r>
            <a:endParaRPr lang="en-US" altLang="ja-JP" dirty="0">
              <a:ea typeface="游ゴシック"/>
            </a:endParaRPr>
          </a:p>
          <a:p>
            <a:r>
              <a:rPr lang="en-US" altLang="ja-JP" dirty="0">
                <a:ea typeface="游ゴシック"/>
              </a:rPr>
              <a:t>*</a:t>
            </a:r>
            <a:r>
              <a:rPr lang="ja-JP" altLang="en-US" dirty="0">
                <a:ea typeface="游ゴシック"/>
              </a:rPr>
              <a:t>対して動的な共有ではトラフィックに応じて必要なエントリを</a:t>
            </a:r>
            <a:r>
              <a:rPr lang="en-US" altLang="ja-JP" dirty="0">
                <a:ea typeface="游ゴシック"/>
              </a:rPr>
              <a:t>WBS</a:t>
            </a:r>
            <a:r>
              <a:rPr lang="ja-JP" altLang="en-US" dirty="0">
                <a:ea typeface="游ゴシック"/>
              </a:rPr>
              <a:t>へ共有する</a:t>
            </a:r>
            <a:endParaRPr lang="en-US" altLang="ja-JP" dirty="0">
              <a:ea typeface="游ゴシック"/>
            </a:endParaRPr>
          </a:p>
          <a:p>
            <a:r>
              <a:rPr lang="en-US" altLang="ja-JP" dirty="0">
                <a:ea typeface="游ゴシック"/>
              </a:rPr>
              <a:t>*</a:t>
            </a:r>
            <a:r>
              <a:rPr lang="ja-JP" altLang="en-US" dirty="0">
                <a:ea typeface="游ゴシック"/>
              </a:rPr>
              <a:t>つまり</a:t>
            </a:r>
            <a:r>
              <a:rPr lang="en-US" altLang="ja-JP" dirty="0">
                <a:ea typeface="游ゴシック"/>
              </a:rPr>
              <a:t>CNF</a:t>
            </a:r>
            <a:r>
              <a:rPr lang="ja-JP" altLang="en-US" dirty="0">
                <a:ea typeface="游ゴシック"/>
              </a:rPr>
              <a:t>が利用するＨＷリソースの量が動的か静的かの違い。</a:t>
            </a:r>
            <a:endParaRPr lang="en-US" altLang="ja-JP" dirty="0">
              <a:ea typeface="游ゴシック"/>
            </a:endParaRPr>
          </a:p>
          <a:p>
            <a:r>
              <a:rPr lang="en-US" altLang="ja-JP" dirty="0">
                <a:ea typeface="游ゴシック"/>
              </a:rPr>
              <a:t>*</a:t>
            </a:r>
            <a:r>
              <a:rPr lang="ja-JP" altLang="en-US" dirty="0">
                <a:ea typeface="游ゴシック"/>
              </a:rPr>
              <a:t>静的な共有では全てのエントリが</a:t>
            </a:r>
            <a:r>
              <a:rPr lang="en-US" altLang="ja-JP" dirty="0">
                <a:ea typeface="游ゴシック"/>
              </a:rPr>
              <a:t>WBS</a:t>
            </a:r>
            <a:r>
              <a:rPr lang="ja-JP" altLang="en-US" dirty="0">
                <a:ea typeface="游ゴシック"/>
              </a:rPr>
              <a:t>にあるため、常に最大性能で探索ができる</a:t>
            </a:r>
            <a:endParaRPr lang="en-US" altLang="ja-JP" dirty="0">
              <a:ea typeface="游ゴシック"/>
            </a:endParaRPr>
          </a:p>
          <a:p>
            <a:r>
              <a:rPr lang="en-US" altLang="ja-JP" dirty="0">
                <a:ea typeface="游ゴシック"/>
              </a:rPr>
              <a:t>*</a:t>
            </a:r>
            <a:r>
              <a:rPr lang="ja-JP" altLang="en-US" dirty="0">
                <a:ea typeface="游ゴシック"/>
              </a:rPr>
              <a:t>しかし一度もヒットしていないエントリも</a:t>
            </a:r>
            <a:r>
              <a:rPr lang="en-US" altLang="ja-JP" dirty="0">
                <a:ea typeface="游ゴシック"/>
              </a:rPr>
              <a:t>HW</a:t>
            </a:r>
            <a:r>
              <a:rPr lang="ja-JP" altLang="en-US" dirty="0">
                <a:ea typeface="游ゴシック"/>
              </a:rPr>
              <a:t>リソースを占有してしまうため、</a:t>
            </a:r>
            <a:endParaRPr lang="en-US" altLang="ja-JP" dirty="0">
              <a:ea typeface="游ゴシック"/>
            </a:endParaRPr>
          </a:p>
          <a:p>
            <a:r>
              <a:rPr lang="en-US" altLang="ja-JP" dirty="0">
                <a:ea typeface="游ゴシック"/>
              </a:rPr>
              <a:t>*</a:t>
            </a:r>
            <a:r>
              <a:rPr lang="ja-JP" altLang="en-US" dirty="0">
                <a:ea typeface="游ゴシック"/>
              </a:rPr>
              <a:t>他の</a:t>
            </a:r>
            <a:r>
              <a:rPr lang="en-US" altLang="ja-JP" dirty="0">
                <a:ea typeface="游ゴシック"/>
              </a:rPr>
              <a:t>CNF</a:t>
            </a:r>
            <a:r>
              <a:rPr lang="ja-JP" altLang="en-US" dirty="0">
                <a:ea typeface="游ゴシック"/>
              </a:rPr>
              <a:t>が</a:t>
            </a:r>
            <a:r>
              <a:rPr lang="en-US" altLang="ja-JP" dirty="0">
                <a:ea typeface="游ゴシック"/>
              </a:rPr>
              <a:t>HW</a:t>
            </a:r>
            <a:r>
              <a:rPr lang="ja-JP" altLang="en-US" dirty="0">
                <a:ea typeface="游ゴシック"/>
              </a:rPr>
              <a:t>リソースを利用できない場合が生じる。</a:t>
            </a:r>
            <a:endParaRPr lang="en-US" altLang="ja-JP" dirty="0">
              <a:ea typeface="游ゴシック"/>
            </a:endParaRPr>
          </a:p>
          <a:p>
            <a:r>
              <a:rPr lang="en-US" altLang="ja-JP" dirty="0">
                <a:ea typeface="游ゴシック"/>
              </a:rPr>
              <a:t>*</a:t>
            </a:r>
            <a:r>
              <a:rPr lang="ja-JP" altLang="en-US" dirty="0">
                <a:ea typeface="游ゴシック"/>
              </a:rPr>
              <a:t>一方で、動的な共有では</a:t>
            </a:r>
            <a:r>
              <a:rPr lang="en-US" altLang="ja-JP" dirty="0">
                <a:ea typeface="游ゴシック"/>
              </a:rPr>
              <a:t>WBS</a:t>
            </a:r>
            <a:r>
              <a:rPr lang="ja-JP" altLang="en-US" dirty="0">
                <a:ea typeface="游ゴシック"/>
              </a:rPr>
              <a:t>とのエントリの入れ替えの制御が必要になるが、</a:t>
            </a:r>
            <a:endParaRPr lang="en-US" altLang="ja-JP" dirty="0">
              <a:ea typeface="游ゴシック"/>
            </a:endParaRPr>
          </a:p>
          <a:p>
            <a:r>
              <a:rPr lang="en-US" altLang="ja-JP" dirty="0">
                <a:ea typeface="游ゴシック"/>
              </a:rPr>
              <a:t>*</a:t>
            </a:r>
            <a:r>
              <a:rPr lang="ja-JP" altLang="en-US" dirty="0">
                <a:ea typeface="游ゴシック"/>
              </a:rPr>
              <a:t>静的な共有と違い、他の</a:t>
            </a:r>
            <a:r>
              <a:rPr lang="en-US" altLang="ja-JP" dirty="0">
                <a:ea typeface="游ゴシック"/>
              </a:rPr>
              <a:t>CNF</a:t>
            </a:r>
            <a:r>
              <a:rPr lang="ja-JP" altLang="en-US" dirty="0">
                <a:ea typeface="游ゴシック"/>
              </a:rPr>
              <a:t>が空いている</a:t>
            </a:r>
            <a:r>
              <a:rPr lang="en-US" altLang="ja-JP" dirty="0">
                <a:ea typeface="游ゴシック"/>
              </a:rPr>
              <a:t>HW</a:t>
            </a:r>
            <a:r>
              <a:rPr lang="ja-JP" altLang="en-US" dirty="0">
                <a:ea typeface="游ゴシック"/>
              </a:rPr>
              <a:t>リソースを有効活用できる</a:t>
            </a:r>
            <a:br>
              <a:rPr lang="en-US" altLang="ja-JP" dirty="0">
                <a:ea typeface="游ゴシック"/>
              </a:rPr>
            </a:br>
            <a:r>
              <a:rPr lang="en-US" altLang="ja-JP" dirty="0">
                <a:ea typeface="游ゴシック"/>
              </a:rPr>
              <a:t>*</a:t>
            </a:r>
            <a:r>
              <a:rPr lang="ja-JP" altLang="en-US" dirty="0">
                <a:ea typeface="游ゴシック"/>
              </a:rPr>
              <a:t>以上のことから静的な共有は</a:t>
            </a:r>
            <a:r>
              <a:rPr lang="en-US" altLang="ja-JP" dirty="0">
                <a:ea typeface="游ゴシック"/>
              </a:rPr>
              <a:t>HW</a:t>
            </a:r>
            <a:r>
              <a:rPr lang="ja-JP" altLang="en-US" dirty="0">
                <a:ea typeface="游ゴシック"/>
              </a:rPr>
              <a:t>リソースの枯渇問題があるのに対し、</a:t>
            </a:r>
            <a:endParaRPr lang="en-US" altLang="ja-JP" dirty="0">
              <a:ea typeface="游ゴシック"/>
            </a:endParaRPr>
          </a:p>
          <a:p>
            <a:r>
              <a:rPr lang="en-US" altLang="ja-JP" dirty="0">
                <a:ea typeface="游ゴシック"/>
              </a:rPr>
              <a:t>*</a:t>
            </a:r>
            <a:r>
              <a:rPr lang="ja-JP" altLang="en-US" dirty="0">
                <a:ea typeface="游ゴシック"/>
              </a:rPr>
              <a:t>動的な共有では複数の</a:t>
            </a:r>
            <a:r>
              <a:rPr lang="en-US" altLang="ja-JP" dirty="0">
                <a:ea typeface="游ゴシック"/>
              </a:rPr>
              <a:t>CNF</a:t>
            </a:r>
            <a:r>
              <a:rPr lang="ja-JP" altLang="en-US" dirty="0">
                <a:ea typeface="游ゴシック"/>
              </a:rPr>
              <a:t>への柔軟なリソース割り当てが可能</a:t>
            </a:r>
            <a:endParaRPr lang="en-US" altLang="ja-JP" dirty="0">
              <a:ea typeface="游ゴシック"/>
            </a:endParaRPr>
          </a:p>
          <a:p>
            <a:r>
              <a:rPr lang="en-US" altLang="ja-JP" dirty="0">
                <a:ea typeface="游ゴシック"/>
              </a:rPr>
              <a:t>*</a:t>
            </a:r>
            <a:r>
              <a:rPr lang="ja-JP" altLang="en-US" dirty="0">
                <a:ea typeface="游ゴシック"/>
              </a:rPr>
              <a:t>そのため～</a:t>
            </a:r>
            <a:endParaRPr lang="en-US" altLang="ja-JP" dirty="0">
              <a:ea typeface="游ゴシック"/>
            </a:endParaRPr>
          </a:p>
        </p:txBody>
      </p:sp>
      <p:sp>
        <p:nvSpPr>
          <p:cNvPr id="4" name="スライド番号プレースホルダー 3">
            <a:extLst>
              <a:ext uri="{FF2B5EF4-FFF2-40B4-BE49-F238E27FC236}">
                <a16:creationId xmlns:a16="http://schemas.microsoft.com/office/drawing/2014/main" id="{0780D06C-9C30-1D63-F4BB-C90A15007C5B}"/>
              </a:ext>
            </a:extLst>
          </p:cNvPr>
          <p:cNvSpPr>
            <a:spLocks noGrp="1"/>
          </p:cNvSpPr>
          <p:nvPr>
            <p:ph type="sldNum" sz="quarter" idx="5"/>
          </p:nvPr>
        </p:nvSpPr>
        <p:spPr/>
        <p:txBody>
          <a:bodyPr/>
          <a:lstStyle/>
          <a:p>
            <a:fld id="{65A6BC4C-7B37-483E-9EFD-95C3F5D56670}" type="slidenum">
              <a:rPr kumimoji="1" lang="ja-JP" altLang="en-US" smtClean="0"/>
              <a:t>5</a:t>
            </a:fld>
            <a:endParaRPr kumimoji="1" lang="ja-JP" altLang="en-US"/>
          </a:p>
        </p:txBody>
      </p:sp>
    </p:spTree>
    <p:extLst>
      <p:ext uri="{BB962C8B-B14F-4D97-AF65-F5344CB8AC3E}">
        <p14:creationId xmlns:p14="http://schemas.microsoft.com/office/powerpoint/2010/main" val="596899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D66BE-E0F7-2192-4DF2-1B85B864DEF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252DD27-0A7C-41DC-504A-F51450B0254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85D5F66-D3DD-5A99-1323-A9C955E5E5E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ea typeface="游ゴシック"/>
                <a:cs typeface="+mn-lt"/>
              </a:rPr>
              <a:t>*</a:t>
            </a:r>
            <a:r>
              <a:rPr lang="ja-JP" altLang="en-US" sz="1200" dirty="0">
                <a:ea typeface="游ゴシック"/>
                <a:cs typeface="+mn-lt"/>
              </a:rPr>
              <a:t>そこで本研究の提案アーキテクチャを説明</a:t>
            </a:r>
            <a:br>
              <a:rPr lang="en-US" altLang="ja-JP" sz="1200" dirty="0">
                <a:ea typeface="游ゴシック"/>
                <a:cs typeface="+mn-lt"/>
              </a:rPr>
            </a:br>
            <a:r>
              <a:rPr lang="en-US" altLang="ja-JP" sz="1200" dirty="0">
                <a:ea typeface="游ゴシック"/>
                <a:cs typeface="+mn-lt"/>
              </a:rPr>
              <a:t>*</a:t>
            </a:r>
            <a:r>
              <a:rPr lang="ja-JP" altLang="en-US" sz="1200" dirty="0">
                <a:ea typeface="游ゴシック"/>
                <a:cs typeface="+mn-lt"/>
              </a:rPr>
              <a:t>まず</a:t>
            </a:r>
            <a:r>
              <a:rPr lang="en-US" altLang="ja-JP" sz="1200" dirty="0">
                <a:ea typeface="游ゴシック"/>
                <a:cs typeface="+mn-lt"/>
              </a:rPr>
              <a:t>CNF</a:t>
            </a:r>
            <a:r>
              <a:rPr lang="ja-JP" altLang="en-US" sz="1200" dirty="0">
                <a:ea typeface="游ゴシック"/>
                <a:cs typeface="+mn-lt"/>
              </a:rPr>
              <a:t>が処理の一部を</a:t>
            </a:r>
            <a:r>
              <a:rPr lang="en-US" altLang="ja-JP" sz="1200" dirty="0">
                <a:ea typeface="游ゴシック"/>
                <a:cs typeface="+mn-lt"/>
              </a:rPr>
              <a:t>WBS</a:t>
            </a:r>
            <a:r>
              <a:rPr lang="ja-JP" altLang="en-US" sz="1200" dirty="0">
                <a:ea typeface="游ゴシック"/>
                <a:cs typeface="+mn-lt"/>
              </a:rPr>
              <a:t>へオフロードすることで処理の高速化を行う</a:t>
            </a:r>
            <a:endParaRPr lang="en-US" altLang="ja-JP" sz="1200" dirty="0">
              <a:ea typeface="游ゴシック"/>
              <a:cs typeface="+mn-lt"/>
            </a:endParaRPr>
          </a:p>
          <a:p>
            <a:r>
              <a:rPr lang="en-US" altLang="ja-JP" sz="1200" dirty="0">
                <a:ea typeface="游ゴシック"/>
                <a:cs typeface="+mn-lt"/>
              </a:rPr>
              <a:t>*</a:t>
            </a:r>
            <a:r>
              <a:rPr lang="ja-JP" altLang="en-US" sz="1200" dirty="0">
                <a:ea typeface="游ゴシック"/>
                <a:cs typeface="+mn-lt"/>
              </a:rPr>
              <a:t>どの処理をオフロードするのかを決めるため、まず本処理について考える</a:t>
            </a:r>
            <a:endParaRPr lang="en-US" altLang="ja-JP" sz="1200" dirty="0">
              <a:ea typeface="游ゴシック"/>
              <a:cs typeface="+mn-lt"/>
            </a:endParaRPr>
          </a:p>
          <a:p>
            <a:r>
              <a:rPr lang="en-US" altLang="ja-JP" sz="1200" dirty="0">
                <a:ea typeface="游ゴシック"/>
                <a:cs typeface="+mn-lt"/>
              </a:rPr>
              <a:t>*</a:t>
            </a:r>
            <a:r>
              <a:rPr lang="ja-JP" altLang="en-US" sz="1200" dirty="0">
                <a:ea typeface="游ゴシック"/>
                <a:cs typeface="+mn-lt"/>
              </a:rPr>
              <a:t>処理の中には、コアな処理があり、実際に～。</a:t>
            </a:r>
            <a:endParaRPr lang="en-US" altLang="ja-JP" sz="1200" dirty="0">
              <a:ea typeface="游ゴシック"/>
              <a:cs typeface="+mn-lt"/>
            </a:endParaRPr>
          </a:p>
          <a:p>
            <a:r>
              <a:rPr lang="en-US" altLang="ja-JP" sz="1200" dirty="0">
                <a:ea typeface="游ゴシック"/>
                <a:cs typeface="+mn-lt"/>
              </a:rPr>
              <a:t>*</a:t>
            </a:r>
            <a:r>
              <a:rPr lang="ja-JP" altLang="en-US" sz="1200" dirty="0">
                <a:ea typeface="游ゴシック"/>
                <a:cs typeface="+mn-lt"/>
              </a:rPr>
              <a:t>またコアな処理の前後にインバウンド処理とアウトバウンド処理がある。</a:t>
            </a:r>
            <a:endParaRPr lang="en-US" altLang="ja-JP" sz="1200" dirty="0">
              <a:ea typeface="游ゴシック"/>
              <a:cs typeface="+mn-lt"/>
            </a:endParaRPr>
          </a:p>
          <a:p>
            <a:r>
              <a:rPr lang="en-US" altLang="ja-JP" sz="1200" dirty="0">
                <a:ea typeface="游ゴシック"/>
                <a:cs typeface="+mn-lt"/>
              </a:rPr>
              <a:t>*</a:t>
            </a:r>
            <a:r>
              <a:rPr lang="ja-JP" altLang="en-US" sz="1200" dirty="0">
                <a:ea typeface="游ゴシック"/>
                <a:cs typeface="+mn-lt"/>
              </a:rPr>
              <a:t>インバウンドは～、アウトバウンドは～。</a:t>
            </a:r>
            <a:endParaRPr lang="en-US" altLang="ja-JP" sz="1200" dirty="0">
              <a:ea typeface="游ゴシック"/>
              <a:cs typeface="+mn-lt"/>
            </a:endParaRPr>
          </a:p>
          <a:p>
            <a:r>
              <a:rPr lang="en-US" altLang="ja-JP" sz="1200" dirty="0">
                <a:ea typeface="游ゴシック"/>
                <a:cs typeface="+mn-lt"/>
              </a:rPr>
              <a:t>*CNF</a:t>
            </a:r>
            <a:r>
              <a:rPr lang="ja-JP" altLang="en-US" sz="1200" dirty="0">
                <a:ea typeface="游ゴシック"/>
                <a:cs typeface="+mn-lt"/>
              </a:rPr>
              <a:t>はコアな処理を担う必要があるため、オフロードの対象として、インバウンド処理とアウトバウンド処理が考えらえる</a:t>
            </a:r>
            <a:endParaRPr lang="en-US" altLang="ja-JP" sz="1200" dirty="0">
              <a:ea typeface="游ゴシック"/>
              <a:cs typeface="+mn-lt"/>
            </a:endParaRPr>
          </a:p>
          <a:p>
            <a:r>
              <a:rPr lang="en-US" altLang="ja-JP" sz="1200" dirty="0">
                <a:ea typeface="游ゴシック"/>
                <a:cs typeface="+mn-lt"/>
              </a:rPr>
              <a:t>*</a:t>
            </a:r>
            <a:r>
              <a:rPr lang="ja-JP" altLang="en-US" sz="1200" dirty="0">
                <a:ea typeface="游ゴシック"/>
                <a:cs typeface="+mn-lt"/>
              </a:rPr>
              <a:t>さらに本研究ではテーブルマッチング処理の高速化が目的のため、インバウンド処理のオフロード、インバウンド・オフロードを行う</a:t>
            </a:r>
            <a:endParaRPr lang="en-US" altLang="ja-JP" sz="1200" dirty="0">
              <a:ea typeface="游ゴシック"/>
              <a:cs typeface="+mn-lt"/>
            </a:endParaRPr>
          </a:p>
        </p:txBody>
      </p:sp>
      <p:sp>
        <p:nvSpPr>
          <p:cNvPr id="4" name="スライド番号プレースホルダー 3">
            <a:extLst>
              <a:ext uri="{FF2B5EF4-FFF2-40B4-BE49-F238E27FC236}">
                <a16:creationId xmlns:a16="http://schemas.microsoft.com/office/drawing/2014/main" id="{D20BCDB5-E3F6-CD65-1CF9-A665FCA6F5D6}"/>
              </a:ext>
            </a:extLst>
          </p:cNvPr>
          <p:cNvSpPr>
            <a:spLocks noGrp="1"/>
          </p:cNvSpPr>
          <p:nvPr>
            <p:ph type="sldNum" sz="quarter" idx="5"/>
          </p:nvPr>
        </p:nvSpPr>
        <p:spPr/>
        <p:txBody>
          <a:bodyPr/>
          <a:lstStyle/>
          <a:p>
            <a:fld id="{65A6BC4C-7B37-483E-9EFD-95C3F5D56670}" type="slidenum">
              <a:rPr kumimoji="1" lang="ja-JP" altLang="en-US" smtClean="0"/>
              <a:t>6</a:t>
            </a:fld>
            <a:endParaRPr kumimoji="1" lang="ja-JP" altLang="en-US"/>
          </a:p>
        </p:txBody>
      </p:sp>
    </p:spTree>
    <p:extLst>
      <p:ext uri="{BB962C8B-B14F-4D97-AF65-F5344CB8AC3E}">
        <p14:creationId xmlns:p14="http://schemas.microsoft.com/office/powerpoint/2010/main" val="1137872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0F586-C114-76EB-A3F6-4B25E211F7F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C53417-C7DC-F6BF-6D2B-495F2D3A807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A531E25-FEDB-B347-B568-362C9D22D525}"/>
              </a:ext>
            </a:extLst>
          </p:cNvPr>
          <p:cNvSpPr>
            <a:spLocks noGrp="1"/>
          </p:cNvSpPr>
          <p:nvPr>
            <p:ph type="body" idx="1"/>
          </p:nvPr>
        </p:nvSpPr>
        <p:spPr/>
        <p:txBody>
          <a:bodyPr/>
          <a:lstStyle/>
          <a:p>
            <a:r>
              <a:rPr lang="en-US" altLang="ja-JP" sz="1000" dirty="0">
                <a:ea typeface="游ゴシック"/>
                <a:cs typeface="+mn-lt"/>
              </a:rPr>
              <a:t>*</a:t>
            </a:r>
            <a:r>
              <a:rPr lang="ja-JP" altLang="en-US" sz="1000" dirty="0">
                <a:ea typeface="游ゴシック"/>
                <a:cs typeface="+mn-lt"/>
              </a:rPr>
              <a:t>具体的にインバウンド・オフロードを説明</a:t>
            </a:r>
            <a:endParaRPr lang="en-US" altLang="ja-JP" sz="1000" dirty="0">
              <a:ea typeface="游ゴシック"/>
              <a:cs typeface="+mn-lt"/>
            </a:endParaRPr>
          </a:p>
          <a:p>
            <a:r>
              <a:rPr lang="en-US" altLang="ja-JP" sz="1000" dirty="0">
                <a:ea typeface="游ゴシック"/>
                <a:cs typeface="+mn-lt"/>
              </a:rPr>
              <a:t>*WBS</a:t>
            </a:r>
            <a:r>
              <a:rPr lang="ja-JP" altLang="en-US" sz="1000" dirty="0">
                <a:ea typeface="游ゴシック"/>
                <a:cs typeface="+mn-lt"/>
              </a:rPr>
              <a:t>の</a:t>
            </a:r>
            <a:r>
              <a:rPr lang="en-US" altLang="ja-JP" sz="1000" dirty="0">
                <a:ea typeface="游ゴシック"/>
                <a:cs typeface="+mn-lt"/>
              </a:rPr>
              <a:t>CPU</a:t>
            </a:r>
            <a:r>
              <a:rPr lang="ja-JP" altLang="en-US" sz="1000" dirty="0">
                <a:ea typeface="游ゴシック"/>
                <a:cs typeface="+mn-lt"/>
              </a:rPr>
              <a:t>は</a:t>
            </a:r>
            <a:r>
              <a:rPr lang="en-US" altLang="ja-JP" sz="1000" dirty="0">
                <a:ea typeface="游ゴシック"/>
                <a:cs typeface="+mn-lt"/>
              </a:rPr>
              <a:t>CNF</a:t>
            </a:r>
            <a:r>
              <a:rPr lang="ja-JP" altLang="en-US" sz="1000" dirty="0">
                <a:ea typeface="游ゴシック"/>
                <a:cs typeface="+mn-lt"/>
              </a:rPr>
              <a:t>からの要求に応じて</a:t>
            </a:r>
            <a:r>
              <a:rPr lang="en-US" altLang="ja-JP" sz="1000" dirty="0">
                <a:ea typeface="游ゴシック"/>
                <a:cs typeface="+mn-lt"/>
              </a:rPr>
              <a:t>HW</a:t>
            </a:r>
            <a:r>
              <a:rPr lang="ja-JP" altLang="en-US" sz="1000" dirty="0">
                <a:ea typeface="游ゴシック"/>
                <a:cs typeface="+mn-lt"/>
              </a:rPr>
              <a:t>リソースを割り当てることで</a:t>
            </a:r>
            <a:r>
              <a:rPr lang="en-US" altLang="ja-JP" sz="1000" dirty="0">
                <a:ea typeface="游ゴシック"/>
                <a:cs typeface="+mn-lt"/>
              </a:rPr>
              <a:t>CNF</a:t>
            </a:r>
            <a:r>
              <a:rPr lang="ja-JP" altLang="en-US" sz="1000" dirty="0">
                <a:ea typeface="游ゴシック"/>
                <a:cs typeface="+mn-lt"/>
              </a:rPr>
              <a:t>は</a:t>
            </a:r>
            <a:r>
              <a:rPr lang="en-US" altLang="ja-JP" sz="1000" dirty="0">
                <a:ea typeface="游ゴシック"/>
                <a:cs typeface="+mn-lt"/>
              </a:rPr>
              <a:t>HW</a:t>
            </a:r>
            <a:r>
              <a:rPr lang="ja-JP" altLang="en-US" sz="1000" dirty="0">
                <a:ea typeface="游ゴシック"/>
                <a:cs typeface="+mn-lt"/>
              </a:rPr>
              <a:t>リソースを共有する</a:t>
            </a:r>
            <a:endParaRPr lang="en-US" altLang="ja-JP" sz="1000" dirty="0">
              <a:ea typeface="游ゴシック"/>
              <a:cs typeface="+mn-lt"/>
            </a:endParaRPr>
          </a:p>
          <a:p>
            <a:r>
              <a:rPr lang="en-US" altLang="ja-JP" sz="1000" dirty="0">
                <a:ea typeface="游ゴシック"/>
                <a:cs typeface="+mn-lt"/>
              </a:rPr>
              <a:t>*</a:t>
            </a:r>
            <a:r>
              <a:rPr lang="ja-JP" altLang="en-US" sz="1000" dirty="0">
                <a:ea typeface="游ゴシック"/>
                <a:cs typeface="+mn-lt"/>
              </a:rPr>
              <a:t>実際に</a:t>
            </a:r>
            <a:r>
              <a:rPr lang="en-US" altLang="ja-JP" sz="1000" dirty="0">
                <a:ea typeface="游ゴシック"/>
                <a:cs typeface="+mn-lt"/>
              </a:rPr>
              <a:t>CNF</a:t>
            </a:r>
            <a:r>
              <a:rPr lang="ja-JP" altLang="en-US" sz="1000" dirty="0">
                <a:ea typeface="游ゴシック"/>
                <a:cs typeface="+mn-lt"/>
              </a:rPr>
              <a:t>と</a:t>
            </a:r>
            <a:r>
              <a:rPr lang="en-US" altLang="ja-JP" sz="1000" dirty="0">
                <a:ea typeface="游ゴシック"/>
                <a:cs typeface="+mn-lt"/>
              </a:rPr>
              <a:t>WBS</a:t>
            </a:r>
            <a:r>
              <a:rPr lang="ja-JP" altLang="en-US" sz="1000" dirty="0">
                <a:ea typeface="游ゴシック"/>
                <a:cs typeface="+mn-lt"/>
              </a:rPr>
              <a:t>の</a:t>
            </a:r>
            <a:r>
              <a:rPr lang="en-US" altLang="ja-JP" sz="1000" dirty="0">
                <a:ea typeface="游ゴシック"/>
                <a:cs typeface="+mn-lt"/>
              </a:rPr>
              <a:t>CPU</a:t>
            </a:r>
            <a:r>
              <a:rPr lang="ja-JP" altLang="en-US" sz="1000" dirty="0">
                <a:ea typeface="游ゴシック"/>
                <a:cs typeface="+mn-lt"/>
              </a:rPr>
              <a:t>が</a:t>
            </a:r>
            <a:r>
              <a:rPr lang="en-US" altLang="ja-JP" sz="1000" dirty="0">
                <a:ea typeface="游ゴシック"/>
                <a:cs typeface="+mn-lt"/>
              </a:rPr>
              <a:t>TCAM</a:t>
            </a:r>
            <a:r>
              <a:rPr lang="ja-JP" altLang="en-US" sz="1000" dirty="0">
                <a:ea typeface="游ゴシック"/>
                <a:cs typeface="+mn-lt"/>
              </a:rPr>
              <a:t>に格納するエントリの入れ替えを行うことで</a:t>
            </a:r>
            <a:r>
              <a:rPr lang="en-US" altLang="ja-JP" sz="1000" dirty="0">
                <a:ea typeface="游ゴシック"/>
                <a:cs typeface="+mn-lt"/>
              </a:rPr>
              <a:t>CNF</a:t>
            </a:r>
            <a:r>
              <a:rPr lang="ja-JP" altLang="en-US" sz="1000" dirty="0">
                <a:ea typeface="游ゴシック"/>
                <a:cs typeface="+mn-lt"/>
              </a:rPr>
              <a:t>が所有するテーブルを</a:t>
            </a:r>
            <a:r>
              <a:rPr lang="en-US" altLang="ja-JP" sz="1000" dirty="0">
                <a:ea typeface="游ゴシック"/>
                <a:cs typeface="+mn-lt"/>
              </a:rPr>
              <a:t>TCAM</a:t>
            </a:r>
            <a:r>
              <a:rPr lang="ja-JP" altLang="en-US" sz="1000" dirty="0">
                <a:ea typeface="游ゴシック"/>
                <a:cs typeface="+mn-lt"/>
              </a:rPr>
              <a:t>に共有する。</a:t>
            </a:r>
            <a:endParaRPr lang="en-US" altLang="ja-JP" sz="1000" dirty="0">
              <a:ea typeface="游ゴシック"/>
              <a:cs typeface="+mn-lt"/>
            </a:endParaRPr>
          </a:p>
          <a:p>
            <a:r>
              <a:rPr lang="en-US" altLang="ja-JP" sz="1000" dirty="0">
                <a:ea typeface="游ゴシック"/>
                <a:cs typeface="+mn-lt"/>
              </a:rPr>
              <a:t>*</a:t>
            </a:r>
            <a:r>
              <a:rPr lang="ja-JP" altLang="en-US" sz="1000" dirty="0">
                <a:ea typeface="游ゴシック"/>
                <a:cs typeface="+mn-lt"/>
              </a:rPr>
              <a:t>またヘッダ解析とマッチング処理は</a:t>
            </a:r>
            <a:r>
              <a:rPr lang="en-US" altLang="ja-JP" sz="1000" dirty="0">
                <a:ea typeface="游ゴシック"/>
                <a:cs typeface="+mn-lt"/>
              </a:rPr>
              <a:t>ASIC</a:t>
            </a:r>
            <a:r>
              <a:rPr lang="ja-JP" altLang="en-US" sz="1000" dirty="0">
                <a:ea typeface="游ゴシック"/>
                <a:cs typeface="+mn-lt"/>
              </a:rPr>
              <a:t>に行わせる。</a:t>
            </a:r>
            <a:endParaRPr lang="en-US" altLang="ja-JP" sz="1000" dirty="0">
              <a:ea typeface="游ゴシック"/>
              <a:cs typeface="+mn-lt"/>
            </a:endParaRPr>
          </a:p>
          <a:p>
            <a:r>
              <a:rPr lang="en-US" altLang="ja-JP" sz="1000" dirty="0">
                <a:ea typeface="游ゴシック"/>
                <a:cs typeface="+mn-lt"/>
              </a:rPr>
              <a:t>*pkt</a:t>
            </a:r>
            <a:r>
              <a:rPr lang="ja-JP" altLang="en-US" sz="1000" dirty="0">
                <a:ea typeface="游ゴシック"/>
                <a:cs typeface="+mn-lt"/>
              </a:rPr>
              <a:t>がスイッチに届いた際、</a:t>
            </a:r>
            <a:r>
              <a:rPr lang="en-US" altLang="ja-JP" sz="1000" dirty="0">
                <a:ea typeface="游ゴシック"/>
                <a:cs typeface="+mn-lt"/>
              </a:rPr>
              <a:t>ASIC</a:t>
            </a:r>
            <a:r>
              <a:rPr lang="ja-JP" altLang="en-US" sz="1000" dirty="0">
                <a:ea typeface="游ゴシック"/>
                <a:cs typeface="+mn-lt"/>
              </a:rPr>
              <a:t>はヘッダ解析と、</a:t>
            </a:r>
            <a:endParaRPr lang="en-US" altLang="ja-JP" sz="1000" dirty="0">
              <a:ea typeface="游ゴシック"/>
              <a:cs typeface="+mn-lt"/>
            </a:endParaRPr>
          </a:p>
          <a:p>
            <a:r>
              <a:rPr lang="en-US" altLang="ja-JP" sz="1000" dirty="0">
                <a:ea typeface="游ゴシック"/>
                <a:cs typeface="+mn-lt"/>
              </a:rPr>
              <a:t>*TCAM</a:t>
            </a:r>
            <a:r>
              <a:rPr lang="ja-JP" altLang="en-US" sz="1000" dirty="0">
                <a:ea typeface="游ゴシック"/>
                <a:cs typeface="+mn-lt"/>
              </a:rPr>
              <a:t>内のテーブルに対してマッチング処理を行う</a:t>
            </a:r>
            <a:endParaRPr lang="en-US" altLang="ja-JP" sz="1000" dirty="0">
              <a:ea typeface="游ゴシック"/>
              <a:cs typeface="+mn-lt"/>
            </a:endParaRPr>
          </a:p>
          <a:p>
            <a:r>
              <a:rPr lang="en-US" altLang="ja-JP" sz="1000" dirty="0">
                <a:ea typeface="游ゴシック"/>
                <a:cs typeface="+mn-lt"/>
              </a:rPr>
              <a:t>*</a:t>
            </a:r>
            <a:r>
              <a:rPr lang="ja-JP" altLang="en-US" sz="1000" dirty="0">
                <a:ea typeface="游ゴシック"/>
                <a:cs typeface="+mn-lt"/>
              </a:rPr>
              <a:t>その後、</a:t>
            </a:r>
            <a:r>
              <a:rPr lang="en-US" altLang="ja-JP" sz="1000" dirty="0">
                <a:ea typeface="游ゴシック"/>
                <a:cs typeface="+mn-lt"/>
              </a:rPr>
              <a:t>CNF</a:t>
            </a:r>
            <a:r>
              <a:rPr lang="ja-JP" altLang="en-US" sz="1000" dirty="0">
                <a:ea typeface="游ゴシック"/>
                <a:cs typeface="+mn-lt"/>
              </a:rPr>
              <a:t>にどのエントリにヒットしたかを伝えるための情報を識別子としてパケットに付与する</a:t>
            </a:r>
            <a:endParaRPr lang="en-US" altLang="ja-JP" sz="1000" dirty="0">
              <a:ea typeface="游ゴシック"/>
              <a:cs typeface="+mn-lt"/>
            </a:endParaRPr>
          </a:p>
          <a:p>
            <a:r>
              <a:rPr lang="en-US" altLang="ja-JP" sz="1000" dirty="0">
                <a:ea typeface="游ゴシック"/>
                <a:cs typeface="+mn-lt"/>
              </a:rPr>
              <a:t>*</a:t>
            </a:r>
            <a:r>
              <a:rPr lang="ja-JP" altLang="en-US" sz="1000" dirty="0">
                <a:ea typeface="游ゴシック"/>
                <a:cs typeface="+mn-lt"/>
              </a:rPr>
              <a:t>以上がインバウンド・オフロードの流れ</a:t>
            </a:r>
            <a:endParaRPr lang="en-US" altLang="ja-JP" sz="1000" dirty="0">
              <a:ea typeface="游ゴシック"/>
              <a:cs typeface="+mn-lt"/>
            </a:endParaRPr>
          </a:p>
          <a:p>
            <a:endParaRPr lang="en-US" altLang="ja-JP" sz="1000" dirty="0">
              <a:ea typeface="游ゴシック"/>
              <a:cs typeface="+mn-lt"/>
            </a:endParaRPr>
          </a:p>
        </p:txBody>
      </p:sp>
      <p:sp>
        <p:nvSpPr>
          <p:cNvPr id="4" name="スライド番号プレースホルダー 3">
            <a:extLst>
              <a:ext uri="{FF2B5EF4-FFF2-40B4-BE49-F238E27FC236}">
                <a16:creationId xmlns:a16="http://schemas.microsoft.com/office/drawing/2014/main" id="{05BA453B-E50D-2DBF-75FE-C86C13079D87}"/>
              </a:ext>
            </a:extLst>
          </p:cNvPr>
          <p:cNvSpPr>
            <a:spLocks noGrp="1"/>
          </p:cNvSpPr>
          <p:nvPr>
            <p:ph type="sldNum" sz="quarter" idx="5"/>
          </p:nvPr>
        </p:nvSpPr>
        <p:spPr/>
        <p:txBody>
          <a:bodyPr/>
          <a:lstStyle/>
          <a:p>
            <a:fld id="{65A6BC4C-7B37-483E-9EFD-95C3F5D56670}" type="slidenum">
              <a:rPr kumimoji="1" lang="ja-JP" altLang="en-US" smtClean="0"/>
              <a:t>7</a:t>
            </a:fld>
            <a:endParaRPr kumimoji="1" lang="ja-JP" altLang="en-US"/>
          </a:p>
        </p:txBody>
      </p:sp>
    </p:spTree>
    <p:extLst>
      <p:ext uri="{BB962C8B-B14F-4D97-AF65-F5344CB8AC3E}">
        <p14:creationId xmlns:p14="http://schemas.microsoft.com/office/powerpoint/2010/main" val="682688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ea typeface="游ゴシック"/>
                <a:cs typeface="+mn-lt"/>
              </a:rPr>
              <a:t>*</a:t>
            </a:r>
            <a:r>
              <a:rPr lang="ja-JP" altLang="en-US" dirty="0">
                <a:ea typeface="游ゴシック"/>
                <a:cs typeface="+mn-lt"/>
              </a:rPr>
              <a:t>ここまで提案アーキテクチャの説明をしたが、</a:t>
            </a:r>
            <a:endParaRPr lang="en-US" altLang="ja-JP" dirty="0">
              <a:ea typeface="游ゴシック"/>
              <a:cs typeface="+mn-lt"/>
            </a:endParaRPr>
          </a:p>
          <a:p>
            <a:r>
              <a:rPr lang="en-US" altLang="ja-JP" dirty="0">
                <a:ea typeface="游ゴシック"/>
                <a:cs typeface="+mn-lt"/>
              </a:rPr>
              <a:t>*</a:t>
            </a:r>
            <a:r>
              <a:rPr lang="ja-JP" altLang="en-US" dirty="0">
                <a:ea typeface="游ゴシック"/>
                <a:cs typeface="+mn-lt"/>
              </a:rPr>
              <a:t>実際にインバウンド・オフロードが有効かの検証を行った。</a:t>
            </a:r>
            <a:endParaRPr lang="en-US" altLang="ja-JP" dirty="0">
              <a:ea typeface="游ゴシック"/>
              <a:cs typeface="+mn-lt"/>
            </a:endParaRPr>
          </a:p>
          <a:p>
            <a:r>
              <a:rPr lang="en-US" altLang="ja-JP" dirty="0">
                <a:ea typeface="游ゴシック"/>
                <a:cs typeface="+mn-lt"/>
              </a:rPr>
              <a:t>*</a:t>
            </a:r>
            <a:r>
              <a:rPr lang="ja-JP" altLang="en-US" dirty="0">
                <a:ea typeface="游ゴシック"/>
                <a:cs typeface="+mn-lt"/>
              </a:rPr>
              <a:t>従来では～かかるのに対し、提案アーキテクチャでは～かかる</a:t>
            </a:r>
            <a:endParaRPr lang="en-US" altLang="ja-JP" dirty="0">
              <a:ea typeface="游ゴシック"/>
              <a:cs typeface="+mn-lt"/>
            </a:endParaRPr>
          </a:p>
          <a:p>
            <a:r>
              <a:rPr lang="en-US" altLang="ja-JP" dirty="0">
                <a:ea typeface="游ゴシック"/>
                <a:cs typeface="+mn-lt"/>
              </a:rPr>
              <a:t>*</a:t>
            </a:r>
            <a:r>
              <a:rPr lang="ja-JP" altLang="en-US" dirty="0">
                <a:ea typeface="游ゴシック"/>
                <a:cs typeface="+mn-lt"/>
              </a:rPr>
              <a:t>この合計の処理時間が提案アーキテクチャの方が短い場合が有効な条件です。</a:t>
            </a:r>
            <a:endParaRPr lang="en-US" altLang="ja-JP" dirty="0">
              <a:ea typeface="游ゴシック"/>
              <a:cs typeface="+mn-lt"/>
            </a:endParaRPr>
          </a:p>
          <a:p>
            <a:r>
              <a:rPr lang="en-US" altLang="ja-JP" dirty="0">
                <a:ea typeface="游ゴシック"/>
                <a:cs typeface="+mn-lt"/>
              </a:rPr>
              <a:t>*</a:t>
            </a:r>
            <a:r>
              <a:rPr lang="ja-JP" altLang="en-US" dirty="0">
                <a:ea typeface="游ゴシック"/>
                <a:cs typeface="+mn-lt"/>
              </a:rPr>
              <a:t>今回、識別子の埋込処理に関しては、</a:t>
            </a:r>
            <a:r>
              <a:rPr lang="en-US" altLang="ja-JP" dirty="0">
                <a:ea typeface="游ゴシック"/>
                <a:cs typeface="+mn-lt"/>
              </a:rPr>
              <a:t>CNF</a:t>
            </a:r>
            <a:r>
              <a:rPr lang="ja-JP" altLang="en-US" dirty="0">
                <a:ea typeface="游ゴシック"/>
                <a:cs typeface="+mn-lt"/>
              </a:rPr>
              <a:t>による埋込処理でも他の処理と比べて圧倒的に高速であるとわかったため、比較対象として青枠の部分を比較した</a:t>
            </a:r>
            <a:endParaRPr lang="en-US" altLang="ja-JP" dirty="0">
              <a:ea typeface="游ゴシック"/>
              <a:cs typeface="+mn-lt"/>
            </a:endParaRPr>
          </a:p>
          <a:p>
            <a:r>
              <a:rPr lang="en-US" altLang="ja-JP" dirty="0">
                <a:ea typeface="游ゴシック"/>
                <a:cs typeface="+mn-lt"/>
              </a:rPr>
              <a:t>*</a:t>
            </a:r>
            <a:r>
              <a:rPr lang="ja-JP" altLang="en-US" dirty="0">
                <a:ea typeface="游ゴシック"/>
                <a:cs typeface="+mn-lt"/>
              </a:rPr>
              <a:t>また</a:t>
            </a:r>
            <a:r>
              <a:rPr lang="en-US" altLang="ja-JP" dirty="0">
                <a:ea typeface="游ゴシック"/>
                <a:cs typeface="+mn-lt"/>
              </a:rPr>
              <a:t>WBS</a:t>
            </a:r>
            <a:r>
              <a:rPr lang="ja-JP" altLang="en-US" dirty="0">
                <a:ea typeface="游ゴシック"/>
                <a:cs typeface="+mn-lt"/>
              </a:rPr>
              <a:t>によるマッチング処理時間は先行研究での計測時間を採用した</a:t>
            </a:r>
            <a:endParaRPr lang="en-US" altLang="ja-JP" dirty="0">
              <a:ea typeface="游ゴシック"/>
              <a:cs typeface="+mn-lt"/>
            </a:endParaRPr>
          </a:p>
          <a:p>
            <a:r>
              <a:rPr lang="en-US" altLang="ja-JP" dirty="0">
                <a:ea typeface="游ゴシック"/>
                <a:cs typeface="+mn-lt"/>
              </a:rPr>
              <a:t>*</a:t>
            </a:r>
            <a:r>
              <a:rPr lang="ja-JP" altLang="en-US" dirty="0">
                <a:ea typeface="游ゴシック"/>
                <a:cs typeface="+mn-lt"/>
              </a:rPr>
              <a:t>そこで本研究では</a:t>
            </a:r>
            <a:r>
              <a:rPr lang="en-US" altLang="ja-JP" dirty="0">
                <a:ea typeface="游ゴシック"/>
                <a:cs typeface="+mn-lt"/>
              </a:rPr>
              <a:t>CNF</a:t>
            </a:r>
            <a:r>
              <a:rPr lang="ja-JP" altLang="en-US" dirty="0">
                <a:ea typeface="游ゴシック"/>
                <a:cs typeface="+mn-lt"/>
              </a:rPr>
              <a:t>によるマッチング処理時間のみ計測した</a:t>
            </a:r>
            <a:br>
              <a:rPr lang="en-US" altLang="ja-JP" dirty="0">
                <a:ea typeface="游ゴシック"/>
                <a:cs typeface="+mn-lt"/>
              </a:rPr>
            </a:br>
            <a:r>
              <a:rPr lang="en-US" altLang="ja-JP" dirty="0">
                <a:ea typeface="游ゴシック"/>
                <a:cs typeface="+mn-lt"/>
              </a:rPr>
              <a:t>*</a:t>
            </a:r>
            <a:r>
              <a:rPr lang="ja-JP" altLang="en-US" dirty="0">
                <a:ea typeface="游ゴシック"/>
                <a:cs typeface="+mn-lt"/>
              </a:rPr>
              <a:t>実際に</a:t>
            </a:r>
            <a:r>
              <a:rPr lang="en-US" altLang="ja-JP" dirty="0">
                <a:ea typeface="游ゴシック"/>
                <a:cs typeface="+mn-lt"/>
              </a:rPr>
              <a:t>4Byte</a:t>
            </a:r>
            <a:r>
              <a:rPr lang="ja-JP" altLang="en-US" dirty="0">
                <a:ea typeface="游ゴシック"/>
                <a:cs typeface="+mn-lt"/>
              </a:rPr>
              <a:t>のエントリが</a:t>
            </a:r>
            <a:r>
              <a:rPr lang="en-US" altLang="ja-JP" dirty="0">
                <a:ea typeface="游ゴシック"/>
                <a:cs typeface="+mn-lt"/>
              </a:rPr>
              <a:t>1024</a:t>
            </a:r>
            <a:r>
              <a:rPr lang="ja-JP" altLang="en-US" dirty="0">
                <a:ea typeface="游ゴシック"/>
                <a:cs typeface="+mn-lt"/>
              </a:rPr>
              <a:t>個あるテーブル一つに対して、線形探索を行った時間を計測した</a:t>
            </a:r>
            <a:endParaRPr lang="en-US" altLang="ja-JP" dirty="0">
              <a:ea typeface="游ゴシック"/>
              <a:cs typeface="+mn-lt"/>
            </a:endParaRPr>
          </a:p>
        </p:txBody>
      </p:sp>
      <p:sp>
        <p:nvSpPr>
          <p:cNvPr id="4" name="スライド番号プレースホルダー 3"/>
          <p:cNvSpPr>
            <a:spLocks noGrp="1"/>
          </p:cNvSpPr>
          <p:nvPr>
            <p:ph type="sldNum" sz="quarter" idx="5"/>
          </p:nvPr>
        </p:nvSpPr>
        <p:spPr/>
        <p:txBody>
          <a:bodyPr/>
          <a:lstStyle/>
          <a:p>
            <a:fld id="{65A6BC4C-7B37-483E-9EFD-95C3F5D56670}" type="slidenum">
              <a:rPr kumimoji="1" lang="ja-JP" altLang="en-US" smtClean="0"/>
              <a:t>8</a:t>
            </a:fld>
            <a:endParaRPr kumimoji="1" lang="ja-JP" altLang="en-US"/>
          </a:p>
        </p:txBody>
      </p:sp>
    </p:spTree>
    <p:extLst>
      <p:ext uri="{BB962C8B-B14F-4D97-AF65-F5344CB8AC3E}">
        <p14:creationId xmlns:p14="http://schemas.microsoft.com/office/powerpoint/2010/main" val="2824523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a:t>
            </a:r>
            <a:r>
              <a:rPr lang="ja-JP" altLang="en-US" dirty="0">
                <a:latin typeface="Calibri"/>
                <a:ea typeface="Calibri"/>
                <a:cs typeface="Calibri"/>
              </a:rPr>
              <a:t>評価ではエントリの探索回数に対する、マッチング処理時間を計測</a:t>
            </a:r>
            <a:br>
              <a:rPr lang="ja-JP" altLang="en-US" dirty="0">
                <a:latin typeface="Calibri"/>
                <a:ea typeface="游ゴシック"/>
                <a:cs typeface="Calibri"/>
              </a:rPr>
            </a:br>
            <a:r>
              <a:rPr lang="ja-JP" altLang="en-US" dirty="0">
                <a:latin typeface="Calibri"/>
                <a:ea typeface="游ゴシック"/>
                <a:cs typeface="Calibri"/>
              </a:rPr>
              <a:t>*</a:t>
            </a:r>
            <a:r>
              <a:rPr lang="en-US" altLang="ja-JP" dirty="0">
                <a:latin typeface="Calibri"/>
                <a:ea typeface="游ゴシック"/>
                <a:cs typeface="Calibri"/>
              </a:rPr>
              <a:t>WBS</a:t>
            </a:r>
            <a:r>
              <a:rPr lang="ja-JP" altLang="en-US" dirty="0">
                <a:latin typeface="Calibri"/>
                <a:ea typeface="游ゴシック"/>
                <a:cs typeface="Calibri"/>
              </a:rPr>
              <a:t>では、一定して280ナノ秒で処理が完了するのに対し</a:t>
            </a:r>
            <a:br>
              <a:rPr lang="ja-JP" altLang="en-US" dirty="0">
                <a:latin typeface="Calibri"/>
                <a:ea typeface="游ゴシック"/>
                <a:cs typeface="Calibri"/>
              </a:rPr>
            </a:br>
            <a:r>
              <a:rPr lang="en-US" altLang="ja-JP" dirty="0">
                <a:latin typeface="Calibri"/>
                <a:ea typeface="游ゴシック"/>
                <a:cs typeface="Calibri"/>
              </a:rPr>
              <a:t>*</a:t>
            </a:r>
            <a:r>
              <a:rPr lang="ja-JP" altLang="en-US" dirty="0">
                <a:latin typeface="Calibri"/>
                <a:ea typeface="游ゴシック"/>
                <a:cs typeface="Calibri"/>
              </a:rPr>
              <a:t>CNFでは64エントリ以降、280ナノ秒以上のレイテンシがかかる</a:t>
            </a:r>
          </a:p>
          <a:p>
            <a:r>
              <a:rPr lang="ja-JP" altLang="en-US" dirty="0">
                <a:latin typeface="Calibri"/>
                <a:ea typeface="游ゴシック"/>
                <a:cs typeface="Calibri"/>
              </a:rPr>
              <a:t>*また従来のNFにはテーブルが複数あることに加え、エントリ数も数百万を想定すると提案アーキテクチャの方が有利だとわかる。</a:t>
            </a:r>
            <a:br>
              <a:rPr lang="en-US" altLang="ja-JP" dirty="0">
                <a:latin typeface="Calibri"/>
                <a:ea typeface="游ゴシック"/>
                <a:cs typeface="Calibri"/>
              </a:rPr>
            </a:br>
            <a:r>
              <a:rPr lang="en-US" altLang="ja-JP" dirty="0">
                <a:latin typeface="Calibri"/>
                <a:ea typeface="游ゴシック"/>
                <a:cs typeface="Calibri"/>
              </a:rPr>
              <a:t>*</a:t>
            </a:r>
            <a:r>
              <a:rPr lang="ja-JP" altLang="en-US" dirty="0">
                <a:latin typeface="Calibri"/>
                <a:ea typeface="游ゴシック"/>
                <a:cs typeface="Calibri"/>
              </a:rPr>
              <a:t>以上のことからテーブルエントリの中でも</a:t>
            </a:r>
            <a:r>
              <a:rPr lang="en-US" altLang="ja-JP" dirty="0">
                <a:latin typeface="Calibri"/>
                <a:ea typeface="游ゴシック"/>
                <a:cs typeface="Calibri"/>
              </a:rPr>
              <a:t>hit</a:t>
            </a:r>
            <a:r>
              <a:rPr lang="ja-JP" altLang="en-US" dirty="0">
                <a:latin typeface="Calibri"/>
                <a:ea typeface="游ゴシック"/>
                <a:cs typeface="Calibri"/>
              </a:rPr>
              <a:t>率が高い上位</a:t>
            </a:r>
            <a:r>
              <a:rPr lang="en-US" altLang="ja-JP" dirty="0">
                <a:latin typeface="Calibri"/>
                <a:ea typeface="游ゴシック"/>
                <a:cs typeface="Calibri"/>
              </a:rPr>
              <a:t>64</a:t>
            </a:r>
            <a:r>
              <a:rPr lang="ja-JP" altLang="en-US" dirty="0">
                <a:latin typeface="Calibri"/>
                <a:ea typeface="游ゴシック"/>
                <a:cs typeface="Calibri"/>
              </a:rPr>
              <a:t>エントリを</a:t>
            </a:r>
            <a:r>
              <a:rPr lang="en-US" altLang="ja-JP" dirty="0">
                <a:latin typeface="Calibri"/>
                <a:ea typeface="游ゴシック"/>
                <a:cs typeface="Calibri"/>
              </a:rPr>
              <a:t>CNF</a:t>
            </a:r>
            <a:r>
              <a:rPr lang="ja-JP" altLang="en-US" dirty="0">
                <a:latin typeface="Calibri"/>
                <a:ea typeface="游ゴシック"/>
                <a:cs typeface="Calibri"/>
              </a:rPr>
              <a:t>に残し、</a:t>
            </a:r>
            <a:r>
              <a:rPr lang="en-US" altLang="ja-JP" dirty="0">
                <a:latin typeface="Calibri"/>
                <a:ea typeface="游ゴシック"/>
                <a:cs typeface="Calibri"/>
              </a:rPr>
              <a:t>CNF</a:t>
            </a:r>
            <a:r>
              <a:rPr lang="ja-JP" altLang="en-US" dirty="0">
                <a:latin typeface="Calibri"/>
                <a:ea typeface="游ゴシック"/>
                <a:cs typeface="Calibri"/>
              </a:rPr>
              <a:t>でテーブルマッチング処理をすることで高速化が図れると考えました</a:t>
            </a:r>
          </a:p>
        </p:txBody>
      </p:sp>
      <p:sp>
        <p:nvSpPr>
          <p:cNvPr id="4" name="Slide Number Placeholder 3"/>
          <p:cNvSpPr>
            <a:spLocks noGrp="1"/>
          </p:cNvSpPr>
          <p:nvPr>
            <p:ph type="sldNum" sz="quarter" idx="5"/>
          </p:nvPr>
        </p:nvSpPr>
        <p:spPr/>
        <p:txBody>
          <a:bodyPr/>
          <a:lstStyle/>
          <a:p>
            <a:fld id="{65A6BC4C-7B37-483E-9EFD-95C3F5D56670}" type="slidenum">
              <a:rPr kumimoji="1" lang="ja-JP" altLang="en-US" smtClean="0"/>
              <a:t>9</a:t>
            </a:fld>
            <a:endParaRPr kumimoji="1" lang="ja-JP" altLang="en-US"/>
          </a:p>
        </p:txBody>
      </p:sp>
    </p:spTree>
    <p:extLst>
      <p:ext uri="{BB962C8B-B14F-4D97-AF65-F5344CB8AC3E}">
        <p14:creationId xmlns:p14="http://schemas.microsoft.com/office/powerpoint/2010/main" val="4122364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altLang="ja-JP" dirty="0">
              <a:latin typeface="Calibri"/>
              <a:ea typeface="Calibri"/>
              <a:cs typeface="Calibri"/>
            </a:endParaRPr>
          </a:p>
        </p:txBody>
      </p:sp>
      <p:sp>
        <p:nvSpPr>
          <p:cNvPr id="4" name="Slide Number Placeholder 3"/>
          <p:cNvSpPr>
            <a:spLocks noGrp="1"/>
          </p:cNvSpPr>
          <p:nvPr>
            <p:ph type="sldNum" sz="quarter" idx="5"/>
          </p:nvPr>
        </p:nvSpPr>
        <p:spPr/>
        <p:txBody>
          <a:bodyPr/>
          <a:lstStyle/>
          <a:p>
            <a:fld id="{65A6BC4C-7B37-483E-9EFD-95C3F5D56670}" type="slidenum">
              <a:rPr kumimoji="1" lang="ja-JP" altLang="en-US" smtClean="0"/>
              <a:t>10</a:t>
            </a:fld>
            <a:endParaRPr kumimoji="1" lang="ja-JP" altLang="en-US"/>
          </a:p>
        </p:txBody>
      </p:sp>
    </p:spTree>
    <p:extLst>
      <p:ext uri="{BB962C8B-B14F-4D97-AF65-F5344CB8AC3E}">
        <p14:creationId xmlns:p14="http://schemas.microsoft.com/office/powerpoint/2010/main" val="2257634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7B85A2-47B8-8526-0532-C90E601E7B94}"/>
              </a:ext>
            </a:extLst>
          </p:cNvPr>
          <p:cNvSpPr>
            <a:spLocks noGrp="1"/>
          </p:cNvSpPr>
          <p:nvPr>
            <p:ph type="ctrTitle"/>
          </p:nvPr>
        </p:nvSpPr>
        <p:spPr>
          <a:xfrm>
            <a:off x="628650" y="1871653"/>
            <a:ext cx="7886700" cy="2285012"/>
          </a:xfrm>
        </p:spPr>
        <p:txBody>
          <a:bodyPr anchor="b"/>
          <a:lstStyle>
            <a:lvl1pPr algn="ctr">
              <a:defRPr sz="6000">
                <a:latin typeface="Noto Sans CJK JP" panose="020B0200000000000000" pitchFamily="50" charset="-128"/>
                <a:ea typeface="Noto Sans CJK JP" panose="020B0200000000000000" pitchFamily="50" charset="-128"/>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610582A-0EA0-2F37-207E-4F5FA18A0FBB}"/>
              </a:ext>
            </a:extLst>
          </p:cNvPr>
          <p:cNvSpPr>
            <a:spLocks noGrp="1"/>
          </p:cNvSpPr>
          <p:nvPr>
            <p:ph type="subTitle" idx="1"/>
          </p:nvPr>
        </p:nvSpPr>
        <p:spPr>
          <a:xfrm>
            <a:off x="1143000" y="4564204"/>
            <a:ext cx="6858000" cy="1655762"/>
          </a:xfrm>
        </p:spPr>
        <p:txBody>
          <a:bodyPr/>
          <a:lstStyle>
            <a:lvl1pPr marL="0" indent="0" algn="ctr">
              <a:buNone/>
              <a:defRPr sz="2400">
                <a:latin typeface="Noto Sans CJK JP" panose="020B0500000000000000" pitchFamily="34" charset="-128"/>
                <a:ea typeface="Noto Sans CJK JP" panose="020B0500000000000000"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3AE999B-D9AD-BF97-35A5-4CC96259F773}"/>
              </a:ext>
            </a:extLst>
          </p:cNvPr>
          <p:cNvSpPr>
            <a:spLocks noGrp="1"/>
          </p:cNvSpPr>
          <p:nvPr>
            <p:ph type="dt" sz="half" idx="10"/>
          </p:nvPr>
        </p:nvSpPr>
        <p:spPr/>
        <p:txBody>
          <a:bodyPr/>
          <a:lstStyle/>
          <a:p>
            <a:fld id="{CF70011B-3627-4661-A5A0-B110DBD2945E}" type="datetime1">
              <a:rPr kumimoji="1" lang="ja-JP" altLang="en-US" smtClean="0"/>
              <a:t>2026/3/12</a:t>
            </a:fld>
            <a:endParaRPr kumimoji="1" lang="ja-JP" altLang="en-US"/>
          </a:p>
        </p:txBody>
      </p:sp>
      <p:sp>
        <p:nvSpPr>
          <p:cNvPr id="5" name="フッター プレースホルダー 4">
            <a:extLst>
              <a:ext uri="{FF2B5EF4-FFF2-40B4-BE49-F238E27FC236}">
                <a16:creationId xmlns:a16="http://schemas.microsoft.com/office/drawing/2014/main" id="{0ACCFE54-4BF3-6880-CB94-72ABAD700D94}"/>
              </a:ext>
            </a:extLst>
          </p:cNvPr>
          <p:cNvSpPr>
            <a:spLocks noGrp="1"/>
          </p:cNvSpPr>
          <p:nvPr>
            <p:ph type="ftr" sz="quarter" idx="11"/>
          </p:nvPr>
        </p:nvSpPr>
        <p:spPr/>
        <p:txBody>
          <a:bodyPr/>
          <a:lstStyle/>
          <a:p>
            <a:endParaRPr kumimoji="1" lang="ja-JP" altLang="en-US"/>
          </a:p>
        </p:txBody>
      </p:sp>
      <p:sp>
        <p:nvSpPr>
          <p:cNvPr id="13" name="正方形/長方形 12">
            <a:extLst>
              <a:ext uri="{FF2B5EF4-FFF2-40B4-BE49-F238E27FC236}">
                <a16:creationId xmlns:a16="http://schemas.microsoft.com/office/drawing/2014/main" id="{CB474EF6-7B8C-AD4F-5442-A64C023D9617}"/>
              </a:ext>
            </a:extLst>
          </p:cNvPr>
          <p:cNvSpPr/>
          <p:nvPr userDrawn="1"/>
        </p:nvSpPr>
        <p:spPr>
          <a:xfrm>
            <a:off x="0" y="4103248"/>
            <a:ext cx="9144000" cy="22428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00128155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タイトルとコンテンツ">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C7F007EA-8549-B7BA-2CCB-7225F00AA469}"/>
              </a:ext>
            </a:extLst>
          </p:cNvPr>
          <p:cNvSpPr/>
          <p:nvPr userDrawn="1"/>
        </p:nvSpPr>
        <p:spPr>
          <a:xfrm>
            <a:off x="0" y="0"/>
            <a:ext cx="9144000" cy="83820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タイトル 1">
            <a:extLst>
              <a:ext uri="{FF2B5EF4-FFF2-40B4-BE49-F238E27FC236}">
                <a16:creationId xmlns:a16="http://schemas.microsoft.com/office/drawing/2014/main" id="{2D435105-2E7A-A1D6-98F6-D687EBFBD057}"/>
              </a:ext>
            </a:extLst>
          </p:cNvPr>
          <p:cNvSpPr>
            <a:spLocks noGrp="1"/>
          </p:cNvSpPr>
          <p:nvPr>
            <p:ph type="title"/>
          </p:nvPr>
        </p:nvSpPr>
        <p:spPr>
          <a:xfrm>
            <a:off x="0" y="93133"/>
            <a:ext cx="9144000" cy="809680"/>
          </a:xfrm>
        </p:spPr>
        <p:txBody>
          <a:bodyPr>
            <a:normAutofit/>
          </a:bodyPr>
          <a:lstStyle>
            <a:lvl1pPr>
              <a:defRPr sz="4400" b="1">
                <a:solidFill>
                  <a:schemeClr val="bg1"/>
                </a:solidFill>
                <a:latin typeface="Noto Sans CJK JP" panose="020B0500000000000000" pitchFamily="34" charset="-128"/>
                <a:ea typeface="Noto Sans CJK JP" panose="020B0500000000000000" pitchFamily="34" charset="-128"/>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0923AFE-F38A-0BF5-9F6F-23508497421F}"/>
              </a:ext>
            </a:extLst>
          </p:cNvPr>
          <p:cNvSpPr>
            <a:spLocks noGrp="1"/>
          </p:cNvSpPr>
          <p:nvPr>
            <p:ph idx="1"/>
          </p:nvPr>
        </p:nvSpPr>
        <p:spPr>
          <a:xfrm>
            <a:off x="221480" y="994887"/>
            <a:ext cx="8900931" cy="5769980"/>
          </a:xfrm>
        </p:spPr>
        <p:txBody>
          <a:bodyPr>
            <a:normAutofit/>
          </a:bodyPr>
          <a:lstStyle>
            <a:lvl1pPr marL="228600" indent="-288000">
              <a:buClr>
                <a:schemeClr val="tx1"/>
              </a:buClr>
              <a:buSzPct val="90000"/>
              <a:buFont typeface="Wingdings" panose="05000000000000000000" pitchFamily="2" charset="2"/>
              <a:buChar char="p"/>
              <a:defRPr sz="2400" baseline="0">
                <a:latin typeface="Noto Sans CJK JP" panose="020B0500000000000000" pitchFamily="34" charset="-128"/>
                <a:ea typeface="Noto Sans CJK JP" panose="020B0500000000000000" pitchFamily="34" charset="-128"/>
                <a:cs typeface="Noto Sans" panose="020B0502040504020204" pitchFamily="34" charset="0"/>
              </a:defRPr>
            </a:lvl1pPr>
            <a:lvl2pPr marL="685800" indent="-288000">
              <a:buClr>
                <a:schemeClr val="tx1"/>
              </a:buClr>
              <a:buSzPct val="130000"/>
              <a:buFont typeface="Wingdings" panose="05000000000000000000" pitchFamily="2" charset="2"/>
              <a:buChar char="Ø"/>
              <a:defRPr sz="2000" baseline="0">
                <a:latin typeface="Noto Sans CJK JP" panose="020B0500000000000000" pitchFamily="34" charset="-128"/>
                <a:ea typeface="Noto Sans CJK JP" panose="020B0500000000000000" pitchFamily="34" charset="-128"/>
                <a:cs typeface="Noto Sans" panose="020B0502040504020204" pitchFamily="34" charset="0"/>
              </a:defRPr>
            </a:lvl2pPr>
            <a:lvl3pPr marL="1143000" indent="-288000">
              <a:buClr>
                <a:schemeClr val="tx1"/>
              </a:buClr>
              <a:buSzPct val="130000"/>
              <a:buFont typeface="Wingdings" panose="05000000000000000000" pitchFamily="2" charset="2"/>
              <a:buChar char="Ø"/>
              <a:defRPr sz="1800" baseline="0">
                <a:latin typeface="Noto Sans CJK JP" panose="020B0500000000000000" pitchFamily="34" charset="-128"/>
                <a:ea typeface="Noto Sans CJK JP" panose="020B0500000000000000" pitchFamily="34" charset="-128"/>
                <a:cs typeface="Noto Sans" panose="020B0502040504020204" pitchFamily="34" charset="0"/>
              </a:defRPr>
            </a:lvl3pPr>
            <a:lvl4pPr marL="1600200" indent="-288000">
              <a:buClr>
                <a:schemeClr val="tx1"/>
              </a:buClr>
              <a:buSzPct val="130000"/>
              <a:buFont typeface="Wingdings" panose="05000000000000000000" pitchFamily="2" charset="2"/>
              <a:buChar char="Ø"/>
              <a:defRPr sz="1400" baseline="0">
                <a:latin typeface="Noto Sans CJK JP" panose="020B0500000000000000" pitchFamily="34" charset="-128"/>
                <a:ea typeface="Noto Sans CJK JP" panose="020B0500000000000000" pitchFamily="34" charset="-128"/>
                <a:cs typeface="Noto Sans" panose="020B0502040504020204" pitchFamily="34" charset="0"/>
              </a:defRPr>
            </a:lvl4pPr>
            <a:lvl5pPr marL="2057400" indent="-288000">
              <a:buClr>
                <a:schemeClr val="tx1"/>
              </a:buClr>
              <a:buSzPct val="130000"/>
              <a:buFont typeface="Wingdings" panose="05000000000000000000" pitchFamily="2" charset="2"/>
              <a:buChar char="Ø"/>
              <a:defRPr sz="1400" baseline="0">
                <a:latin typeface="Noto Sans CJK JP" panose="020B0500000000000000" pitchFamily="34" charset="-128"/>
                <a:ea typeface="Noto Sans CJK JP" panose="020B0500000000000000" pitchFamily="34" charset="-128"/>
                <a:cs typeface="Noto Sans" panose="020B0502040504020204" pitchFamily="34" charset="0"/>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7A2052FF-8FC1-9D8E-FCB1-EFA2B2B0F486}"/>
              </a:ext>
            </a:extLst>
          </p:cNvPr>
          <p:cNvSpPr>
            <a:spLocks noGrp="1"/>
          </p:cNvSpPr>
          <p:nvPr>
            <p:ph type="dt" sz="half" idx="10"/>
          </p:nvPr>
        </p:nvSpPr>
        <p:spPr/>
        <p:txBody>
          <a:bodyPr/>
          <a:lstStyle/>
          <a:p>
            <a:fld id="{5A0CBD3B-FBA0-4C74-85DE-D529D3C02BE2}" type="datetime1">
              <a:rPr kumimoji="1" lang="ja-JP" altLang="en-US" smtClean="0"/>
              <a:t>2026/3/12</a:t>
            </a:fld>
            <a:endParaRPr kumimoji="1" lang="ja-JP" altLang="en-US"/>
          </a:p>
        </p:txBody>
      </p:sp>
      <p:sp>
        <p:nvSpPr>
          <p:cNvPr id="5" name="フッター プレースホルダー 4">
            <a:extLst>
              <a:ext uri="{FF2B5EF4-FFF2-40B4-BE49-F238E27FC236}">
                <a16:creationId xmlns:a16="http://schemas.microsoft.com/office/drawing/2014/main" id="{62402277-06A0-88D0-F7A3-92752EB7D8F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DFA0694-CBED-F18A-6EA2-501E7C67C8A4}"/>
              </a:ext>
            </a:extLst>
          </p:cNvPr>
          <p:cNvSpPr>
            <a:spLocks noGrp="1"/>
          </p:cNvSpPr>
          <p:nvPr>
            <p:ph type="sldNum" sz="quarter" idx="12"/>
          </p:nvPr>
        </p:nvSpPr>
        <p:spPr>
          <a:xfrm>
            <a:off x="6807808" y="352483"/>
            <a:ext cx="2057400" cy="365125"/>
          </a:xfrm>
          <a:prstGeom prst="rect">
            <a:avLst/>
          </a:prstGeom>
        </p:spPr>
        <p:txBody>
          <a:bodyPr/>
          <a:lstStyle>
            <a:lvl1pPr>
              <a:defRPr b="1">
                <a:solidFill>
                  <a:schemeClr val="bg1"/>
                </a:solidFill>
              </a:defRPr>
            </a:lvl1pPr>
          </a:lstStyle>
          <a:p>
            <a:fld id="{243EA04C-AED1-46B0-BC3C-C24F4C35F66C}" type="slidenum">
              <a:rPr lang="ja-JP" altLang="en-US" smtClean="0"/>
              <a:pPr/>
              <a:t>‹#›</a:t>
            </a:fld>
            <a:endParaRPr lang="ja-JP" altLang="en-US" dirty="0"/>
          </a:p>
        </p:txBody>
      </p:sp>
      <p:cxnSp>
        <p:nvCxnSpPr>
          <p:cNvPr id="9" name="直線コネクタ 8">
            <a:extLst>
              <a:ext uri="{FF2B5EF4-FFF2-40B4-BE49-F238E27FC236}">
                <a16:creationId xmlns:a16="http://schemas.microsoft.com/office/drawing/2014/main" id="{A897D94A-1059-DDD7-C3FC-E85C4B9EFCA4}"/>
              </a:ext>
            </a:extLst>
          </p:cNvPr>
          <p:cNvCxnSpPr>
            <a:cxnSpLocks/>
          </p:cNvCxnSpPr>
          <p:nvPr userDrawn="1"/>
        </p:nvCxnSpPr>
        <p:spPr>
          <a:xfrm>
            <a:off x="0" y="6828822"/>
            <a:ext cx="4572000" cy="0"/>
          </a:xfrm>
          <a:prstGeom prst="line">
            <a:avLst/>
          </a:prstGeom>
          <a:ln w="571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15" name="直線コネクタ 14">
            <a:extLst>
              <a:ext uri="{FF2B5EF4-FFF2-40B4-BE49-F238E27FC236}">
                <a16:creationId xmlns:a16="http://schemas.microsoft.com/office/drawing/2014/main" id="{9A5B4DFA-1016-35BA-F0CB-3E99838326D5}"/>
              </a:ext>
            </a:extLst>
          </p:cNvPr>
          <p:cNvCxnSpPr>
            <a:cxnSpLocks/>
          </p:cNvCxnSpPr>
          <p:nvPr userDrawn="1"/>
        </p:nvCxnSpPr>
        <p:spPr>
          <a:xfrm>
            <a:off x="4550412" y="6828799"/>
            <a:ext cx="4593589" cy="0"/>
          </a:xfrm>
          <a:prstGeom prst="line">
            <a:avLst/>
          </a:prstGeom>
          <a:ln w="57150">
            <a:solidFill>
              <a:srgbClr val="4E95D9"/>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6528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E670F3-3773-8EAD-C284-005D32787654}"/>
              </a:ext>
            </a:extLst>
          </p:cNvPr>
          <p:cNvSpPr>
            <a:spLocks noGrp="1"/>
          </p:cNvSpPr>
          <p:nvPr>
            <p:ph type="title"/>
          </p:nvPr>
        </p:nvSpPr>
        <p:spPr>
          <a:xfrm>
            <a:off x="0" y="136526"/>
            <a:ext cx="9287123" cy="809680"/>
          </a:xfrm>
        </p:spPr>
        <p:txBody>
          <a:bodyPr/>
          <a:lstStyle>
            <a:lvl1pPr>
              <a:defRPr b="1"/>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88EF1F7-DFB5-13C7-5013-4E994B9FC55D}"/>
              </a:ext>
            </a:extLst>
          </p:cNvPr>
          <p:cNvSpPr>
            <a:spLocks noGrp="1"/>
          </p:cNvSpPr>
          <p:nvPr>
            <p:ph sz="half" idx="1"/>
          </p:nvPr>
        </p:nvSpPr>
        <p:spPr>
          <a:xfrm>
            <a:off x="286248" y="1256308"/>
            <a:ext cx="4209554" cy="5796497"/>
          </a:xfrm>
        </p:spPr>
        <p:txBody>
          <a:bodyPr>
            <a:normAutofit/>
          </a:bodyPr>
          <a:lstStyle>
            <a:lvl1pPr marL="228600" indent="-228600">
              <a:buClr>
                <a:srgbClr val="0070C0"/>
              </a:buClr>
              <a:buSzPct val="90000"/>
              <a:buFont typeface="Wingdings" panose="05000000000000000000" pitchFamily="2" charset="2"/>
              <a:buChar char="p"/>
              <a:defRPr sz="2800"/>
            </a:lvl1pPr>
            <a:lvl2pPr marL="685800" indent="-228600">
              <a:buClr>
                <a:srgbClr val="0070C0"/>
              </a:buClr>
              <a:buSzPct val="90000"/>
              <a:buFont typeface="Wingdings" panose="05000000000000000000" pitchFamily="2" charset="2"/>
              <a:buChar char="p"/>
              <a:defRPr sz="2400"/>
            </a:lvl2pPr>
            <a:lvl3pPr marL="1143000" indent="-228600">
              <a:buClr>
                <a:srgbClr val="0070C0"/>
              </a:buClr>
              <a:buSzPct val="90000"/>
              <a:buFont typeface="Wingdings" panose="05000000000000000000" pitchFamily="2" charset="2"/>
              <a:buChar char="p"/>
              <a:defRPr sz="2000"/>
            </a:lvl3pPr>
            <a:lvl4pPr marL="1600200" indent="-228600">
              <a:buClr>
                <a:srgbClr val="0070C0"/>
              </a:buClr>
              <a:buSzPct val="90000"/>
              <a:buFont typeface="Wingdings" panose="05000000000000000000" pitchFamily="2" charset="2"/>
              <a:buChar char="p"/>
              <a:defRPr sz="1800"/>
            </a:lvl4pPr>
            <a:lvl5pPr marL="2057400" indent="-228600">
              <a:buClr>
                <a:srgbClr val="0070C0"/>
              </a:buClr>
              <a:buSzPct val="90000"/>
              <a:buFont typeface="Wingdings" panose="05000000000000000000" pitchFamily="2" charset="2"/>
              <a:buChar char="p"/>
              <a:defRPr sz="18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3F14B4F-4473-CCD6-BEAC-7883B87B690B}"/>
              </a:ext>
            </a:extLst>
          </p:cNvPr>
          <p:cNvSpPr>
            <a:spLocks noGrp="1"/>
          </p:cNvSpPr>
          <p:nvPr>
            <p:ph sz="half" idx="2"/>
          </p:nvPr>
        </p:nvSpPr>
        <p:spPr>
          <a:xfrm>
            <a:off x="4648201" y="1256306"/>
            <a:ext cx="4638921" cy="5601694"/>
          </a:xfrm>
        </p:spPr>
        <p:txBody>
          <a:bodyPr>
            <a:normAutofit/>
          </a:bodyPr>
          <a:lstStyle>
            <a:lvl1pPr marL="228600" indent="-228600">
              <a:buClr>
                <a:srgbClr val="0070C0"/>
              </a:buClr>
              <a:buSzPct val="90000"/>
              <a:buFont typeface="Wingdings" panose="05000000000000000000" pitchFamily="2" charset="2"/>
              <a:buChar char="p"/>
              <a:defRPr sz="2800"/>
            </a:lvl1pPr>
            <a:lvl2pPr marL="685800" indent="-228600">
              <a:buClr>
                <a:srgbClr val="0070C0"/>
              </a:buClr>
              <a:buSzPct val="90000"/>
              <a:buFont typeface="Wingdings" panose="05000000000000000000" pitchFamily="2" charset="2"/>
              <a:buChar char="p"/>
              <a:defRPr sz="2400"/>
            </a:lvl2pPr>
            <a:lvl3pPr marL="1143000" indent="-228600">
              <a:buClr>
                <a:srgbClr val="0070C0"/>
              </a:buClr>
              <a:buSzPct val="90000"/>
              <a:buFont typeface="Wingdings" panose="05000000000000000000" pitchFamily="2" charset="2"/>
              <a:buChar char="p"/>
              <a:defRPr sz="2000"/>
            </a:lvl3pPr>
            <a:lvl4pPr marL="1600200" indent="-228600">
              <a:buClr>
                <a:srgbClr val="0070C0"/>
              </a:buClr>
              <a:buSzPct val="90000"/>
              <a:buFont typeface="Wingdings" panose="05000000000000000000" pitchFamily="2" charset="2"/>
              <a:buChar char="p"/>
              <a:defRPr sz="1800"/>
            </a:lvl4pPr>
            <a:lvl5pPr marL="2057400" indent="-228600">
              <a:buClr>
                <a:srgbClr val="0070C0"/>
              </a:buClr>
              <a:buSzPct val="90000"/>
              <a:buFont typeface="Wingdings" panose="05000000000000000000" pitchFamily="2" charset="2"/>
              <a:buChar char="p"/>
              <a:defRPr sz="18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cxnSp>
        <p:nvCxnSpPr>
          <p:cNvPr id="9" name="直線コネクタ 8">
            <a:extLst>
              <a:ext uri="{FF2B5EF4-FFF2-40B4-BE49-F238E27FC236}">
                <a16:creationId xmlns:a16="http://schemas.microsoft.com/office/drawing/2014/main" id="{B71F436F-4085-4667-7D09-65A605E5FCEF}"/>
              </a:ext>
            </a:extLst>
          </p:cNvPr>
          <p:cNvCxnSpPr/>
          <p:nvPr userDrawn="1"/>
        </p:nvCxnSpPr>
        <p:spPr>
          <a:xfrm>
            <a:off x="1" y="946205"/>
            <a:ext cx="9740348" cy="0"/>
          </a:xfrm>
          <a:prstGeom prst="line">
            <a:avLst/>
          </a:prstGeom>
          <a:ln w="57150">
            <a:solidFill>
              <a:srgbClr val="0070C0"/>
            </a:solidFill>
          </a:ln>
        </p:spPr>
        <p:style>
          <a:lnRef idx="2">
            <a:schemeClr val="accent1"/>
          </a:lnRef>
          <a:fillRef idx="0">
            <a:schemeClr val="accent1"/>
          </a:fillRef>
          <a:effectRef idx="1">
            <a:schemeClr val="accent1"/>
          </a:effectRef>
          <a:fontRef idx="minor">
            <a:schemeClr val="tx1"/>
          </a:fontRef>
        </p:style>
      </p:cxnSp>
      <p:sp>
        <p:nvSpPr>
          <p:cNvPr id="13" name="日付プレースホルダー 12">
            <a:extLst>
              <a:ext uri="{FF2B5EF4-FFF2-40B4-BE49-F238E27FC236}">
                <a16:creationId xmlns:a16="http://schemas.microsoft.com/office/drawing/2014/main" id="{CC27EDFE-6FE4-21C3-08B9-B31E48F98C76}"/>
              </a:ext>
            </a:extLst>
          </p:cNvPr>
          <p:cNvSpPr>
            <a:spLocks noGrp="1"/>
          </p:cNvSpPr>
          <p:nvPr>
            <p:ph type="dt" sz="half" idx="10"/>
          </p:nvPr>
        </p:nvSpPr>
        <p:spPr/>
        <p:txBody>
          <a:bodyPr/>
          <a:lstStyle/>
          <a:p>
            <a:fld id="{2AEAB63C-313E-43DE-B581-76FF6655BE75}" type="datetime1">
              <a:rPr kumimoji="1" lang="ja-JP" altLang="en-US" smtClean="0"/>
              <a:t>2026/3/12</a:t>
            </a:fld>
            <a:endParaRPr kumimoji="1" lang="ja-JP" altLang="en-US"/>
          </a:p>
        </p:txBody>
      </p:sp>
      <p:sp>
        <p:nvSpPr>
          <p:cNvPr id="15" name="スライド番号プレースホルダー 14">
            <a:extLst>
              <a:ext uri="{FF2B5EF4-FFF2-40B4-BE49-F238E27FC236}">
                <a16:creationId xmlns:a16="http://schemas.microsoft.com/office/drawing/2014/main" id="{E468EE3C-E885-392E-F20E-702F4318CF11}"/>
              </a:ext>
            </a:extLst>
          </p:cNvPr>
          <p:cNvSpPr>
            <a:spLocks noGrp="1"/>
          </p:cNvSpPr>
          <p:nvPr>
            <p:ph type="sldNum" sz="quarter" idx="12"/>
          </p:nvPr>
        </p:nvSpPr>
        <p:spPr>
          <a:xfrm>
            <a:off x="6457950" y="6356352"/>
            <a:ext cx="2057400" cy="365125"/>
          </a:xfrm>
          <a:prstGeom prst="rect">
            <a:avLst/>
          </a:prstGeom>
        </p:spPr>
        <p:txBody>
          <a:bodyPr/>
          <a:lstStyle>
            <a:lvl1pPr>
              <a:defRPr sz="2400"/>
            </a:lvl1pPr>
          </a:lstStyle>
          <a:p>
            <a:fld id="{243EA04C-AED1-46B0-BC3C-C24F4C35F66C}" type="slidenum">
              <a:rPr lang="ja-JP" altLang="en-US" smtClean="0"/>
              <a:pPr/>
              <a:t>‹#›</a:t>
            </a:fld>
            <a:endParaRPr lang="ja-JP" altLang="en-US"/>
          </a:p>
        </p:txBody>
      </p:sp>
    </p:spTree>
    <p:extLst>
      <p:ext uri="{BB962C8B-B14F-4D97-AF65-F5344CB8AC3E}">
        <p14:creationId xmlns:p14="http://schemas.microsoft.com/office/powerpoint/2010/main" val="14221699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A858B86-AF15-E8E7-87CF-79FABFB2CFAC}"/>
              </a:ext>
            </a:extLst>
          </p:cNvPr>
          <p:cNvSpPr>
            <a:spLocks noGrp="1"/>
          </p:cNvSpPr>
          <p:nvPr>
            <p:ph type="title"/>
          </p:nvPr>
        </p:nvSpPr>
        <p:spPr>
          <a:xfrm>
            <a:off x="628650" y="365127"/>
            <a:ext cx="78867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5EFE72F-1CDA-25AA-B80D-D928702C4D27}"/>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DAFBECD-7BF4-8344-3B8E-696F386B64DD}"/>
              </a:ext>
            </a:extLst>
          </p:cNvPr>
          <p:cNvSpPr>
            <a:spLocks noGrp="1"/>
          </p:cNvSpPr>
          <p:nvPr>
            <p:ph type="dt" sz="half" idx="2"/>
          </p:nvPr>
        </p:nvSpPr>
        <p:spPr>
          <a:xfrm>
            <a:off x="628650" y="6356352"/>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441A0C-5550-4F5C-A02F-7FA72C1E3270}" type="datetime1">
              <a:rPr kumimoji="1" lang="ja-JP" altLang="en-US" smtClean="0"/>
              <a:t>2026/3/12</a:t>
            </a:fld>
            <a:endParaRPr kumimoji="1" lang="ja-JP" altLang="en-US"/>
          </a:p>
        </p:txBody>
      </p:sp>
      <p:sp>
        <p:nvSpPr>
          <p:cNvPr id="5" name="フッター プレースホルダー 4">
            <a:extLst>
              <a:ext uri="{FF2B5EF4-FFF2-40B4-BE49-F238E27FC236}">
                <a16:creationId xmlns:a16="http://schemas.microsoft.com/office/drawing/2014/main" id="{B88BE272-BB7B-41EE-EE9F-92786D6C14DA}"/>
              </a:ext>
            </a:extLst>
          </p:cNvPr>
          <p:cNvSpPr>
            <a:spLocks noGrp="1"/>
          </p:cNvSpPr>
          <p:nvPr>
            <p:ph type="ftr" sz="quarter" idx="3"/>
          </p:nvPr>
        </p:nvSpPr>
        <p:spPr>
          <a:xfrm>
            <a:off x="3028950" y="6356352"/>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E3AA1E1-A5A8-6654-17FC-58F7541DA20C}"/>
              </a:ext>
            </a:extLst>
          </p:cNvPr>
          <p:cNvSpPr>
            <a:spLocks noGrp="1"/>
          </p:cNvSpPr>
          <p:nvPr>
            <p:ph type="sldNum" sz="quarter" idx="4"/>
          </p:nvPr>
        </p:nvSpPr>
        <p:spPr>
          <a:xfrm>
            <a:off x="6457950" y="6356352"/>
            <a:ext cx="2057400" cy="365125"/>
          </a:xfrm>
          <a:prstGeom prst="rect">
            <a:avLst/>
          </a:prstGeom>
        </p:spPr>
        <p:txBody>
          <a:bodyPr vert="horz" lIns="91440" tIns="45720" rIns="91440" bIns="45720" rtlCol="0" anchor="ctr"/>
          <a:lstStyle>
            <a:lvl1pPr algn="r">
              <a:defRPr sz="2400">
                <a:solidFill>
                  <a:schemeClr val="tx1">
                    <a:tint val="82000"/>
                  </a:schemeClr>
                </a:solidFill>
              </a:defRPr>
            </a:lvl1pPr>
          </a:lstStyle>
          <a:p>
            <a:fld id="{243EA04C-AED1-46B0-BC3C-C24F4C35F66C}" type="slidenum">
              <a:rPr lang="ja-JP" altLang="en-US" smtClean="0"/>
              <a:pPr/>
              <a:t>‹#›</a:t>
            </a:fld>
            <a:endParaRPr lang="ja-JP" altLang="en-US" dirty="0"/>
          </a:p>
        </p:txBody>
      </p:sp>
    </p:spTree>
    <p:extLst>
      <p:ext uri="{BB962C8B-B14F-4D97-AF65-F5344CB8AC3E}">
        <p14:creationId xmlns:p14="http://schemas.microsoft.com/office/powerpoint/2010/main" val="3969931683"/>
      </p:ext>
    </p:extLst>
  </p:cSld>
  <p:clrMap bg1="lt1" tx1="dk1" bg2="lt2" tx2="dk2" accent1="accent1" accent2="accent2" accent3="accent3" accent4="accent4" accent5="accent5" accent6="accent6" hlink="hlink" folHlink="folHlink"/>
  <p:sldLayoutIdLst>
    <p:sldLayoutId id="2147483903" r:id="rId1"/>
    <p:sldLayoutId id="2147483904" r:id="rId2"/>
    <p:sldLayoutId id="2147483911" r:id="rId3"/>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528ECE-97CE-26F7-9D4B-49CAC1493A3D}"/>
              </a:ext>
            </a:extLst>
          </p:cNvPr>
          <p:cNvSpPr>
            <a:spLocks noGrp="1"/>
          </p:cNvSpPr>
          <p:nvPr>
            <p:ph type="ctrTitle"/>
          </p:nvPr>
        </p:nvSpPr>
        <p:spPr>
          <a:xfrm>
            <a:off x="628650" y="2414869"/>
            <a:ext cx="7886700" cy="1525760"/>
          </a:xfrm>
        </p:spPr>
        <p:txBody>
          <a:bodyPr>
            <a:noAutofit/>
          </a:bodyPr>
          <a:lstStyle/>
          <a:p>
            <a:r>
              <a:rPr lang="en-US" altLang="ja-JP" sz="4000" b="1" dirty="0">
                <a:latin typeface="+mj-ea"/>
                <a:ea typeface="+mj-ea"/>
              </a:rPr>
              <a:t>WBS</a:t>
            </a:r>
            <a:r>
              <a:rPr lang="ja-JP" altLang="en-US" sz="4000" b="1" dirty="0">
                <a:latin typeface="+mj-ea"/>
                <a:ea typeface="+mj-ea"/>
              </a:rPr>
              <a:t>との動的協調による</a:t>
            </a:r>
            <a:br>
              <a:rPr lang="en-US" altLang="ja-JP" sz="4000" b="1" dirty="0">
                <a:latin typeface="+mj-ea"/>
                <a:ea typeface="+mj-ea"/>
              </a:rPr>
            </a:br>
            <a:r>
              <a:rPr lang="ja-JP" altLang="en-US" sz="4000" b="1" dirty="0">
                <a:latin typeface="+mj-ea"/>
                <a:ea typeface="+mj-ea"/>
              </a:rPr>
              <a:t>テーブルマッチング処理の高速化</a:t>
            </a:r>
            <a:endParaRPr lang="en-US" sz="4000" b="1" dirty="0">
              <a:latin typeface="+mj-ea"/>
              <a:ea typeface="+mj-ea"/>
            </a:endParaRPr>
          </a:p>
        </p:txBody>
      </p:sp>
      <p:sp>
        <p:nvSpPr>
          <p:cNvPr id="3" name="字幕 2">
            <a:extLst>
              <a:ext uri="{FF2B5EF4-FFF2-40B4-BE49-F238E27FC236}">
                <a16:creationId xmlns:a16="http://schemas.microsoft.com/office/drawing/2014/main" id="{93B138D2-43DD-63FD-D556-DA8E54E17490}"/>
              </a:ext>
            </a:extLst>
          </p:cNvPr>
          <p:cNvSpPr>
            <a:spLocks noGrp="1"/>
          </p:cNvSpPr>
          <p:nvPr>
            <p:ph type="subTitle" idx="1"/>
          </p:nvPr>
        </p:nvSpPr>
        <p:spPr/>
        <p:txBody>
          <a:bodyPr/>
          <a:lstStyle/>
          <a:p>
            <a:pPr algn="r"/>
            <a:r>
              <a:rPr lang="ja-JP" altLang="en-US" dirty="0"/>
              <a:t>名古屋工業大学大学院</a:t>
            </a:r>
            <a:endParaRPr lang="en-US" altLang="ja-JP" dirty="0"/>
          </a:p>
          <a:p>
            <a:pPr algn="r"/>
            <a:r>
              <a:rPr lang="ja-JP" altLang="en-US" dirty="0"/>
              <a:t>〇渡辺 晃佑　川島 龍太　松尾 啓志</a:t>
            </a:r>
            <a:endParaRPr lang="en-US" altLang="ja-JP" dirty="0"/>
          </a:p>
          <a:p>
            <a:pPr algn="r"/>
            <a:endParaRPr lang="en-US" dirty="0"/>
          </a:p>
        </p:txBody>
      </p:sp>
    </p:spTree>
    <p:extLst>
      <p:ext uri="{BB962C8B-B14F-4D97-AF65-F5344CB8AC3E}">
        <p14:creationId xmlns:p14="http://schemas.microsoft.com/office/powerpoint/2010/main" val="4288613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9670F5-9F25-C5B0-3E84-9A1FE4B4C918}"/>
              </a:ext>
            </a:extLst>
          </p:cNvPr>
          <p:cNvSpPr>
            <a:spLocks noGrp="1"/>
          </p:cNvSpPr>
          <p:nvPr>
            <p:ph type="title"/>
          </p:nvPr>
        </p:nvSpPr>
        <p:spPr/>
        <p:txBody>
          <a:bodyPr/>
          <a:lstStyle/>
          <a:p>
            <a:r>
              <a:rPr lang="ja-JP" altLang="en-US" dirty="0"/>
              <a:t>本発表の概要</a:t>
            </a:r>
            <a:endParaRPr lang="en-US" dirty="0"/>
          </a:p>
        </p:txBody>
      </p:sp>
      <p:sp>
        <p:nvSpPr>
          <p:cNvPr id="4" name="スライド番号プレースホルダー 3">
            <a:extLst>
              <a:ext uri="{FF2B5EF4-FFF2-40B4-BE49-F238E27FC236}">
                <a16:creationId xmlns:a16="http://schemas.microsoft.com/office/drawing/2014/main" id="{ADBD67D9-CFC9-490D-7407-D60310A52C48}"/>
              </a:ext>
            </a:extLst>
          </p:cNvPr>
          <p:cNvSpPr>
            <a:spLocks noGrp="1"/>
          </p:cNvSpPr>
          <p:nvPr>
            <p:ph type="sldNum" sz="quarter" idx="12"/>
          </p:nvPr>
        </p:nvSpPr>
        <p:spPr/>
        <p:txBody>
          <a:bodyPr/>
          <a:lstStyle/>
          <a:p>
            <a:fld id="{243EA04C-AED1-46B0-BC3C-C24F4C35F66C}" type="slidenum">
              <a:rPr lang="ja-JP" altLang="en-US" smtClean="0"/>
              <a:pPr/>
              <a:t>1</a:t>
            </a:fld>
            <a:endParaRPr lang="ja-JP" altLang="en-US" dirty="0"/>
          </a:p>
        </p:txBody>
      </p:sp>
      <p:sp>
        <p:nvSpPr>
          <p:cNvPr id="9" name="四角形: 角を丸くする 8">
            <a:extLst>
              <a:ext uri="{FF2B5EF4-FFF2-40B4-BE49-F238E27FC236}">
                <a16:creationId xmlns:a16="http://schemas.microsoft.com/office/drawing/2014/main" id="{D41904A9-C0AE-5B40-9BB6-6F1AEF66FA0A}"/>
              </a:ext>
            </a:extLst>
          </p:cNvPr>
          <p:cNvSpPr/>
          <p:nvPr/>
        </p:nvSpPr>
        <p:spPr>
          <a:xfrm>
            <a:off x="864188" y="2053348"/>
            <a:ext cx="7646847" cy="750787"/>
          </a:xfrm>
          <a:prstGeom prst="roundRect">
            <a:avLst/>
          </a:prstGeom>
          <a:solidFill>
            <a:schemeClr val="bg1"/>
          </a:solidFill>
          <a:ln w="381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r>
              <a:rPr lang="en-US" altLang="ja-JP" b="1" dirty="0">
                <a:latin typeface="+mj-ea"/>
                <a:ea typeface="+mj-ea"/>
              </a:rPr>
              <a:t>CNF</a:t>
            </a:r>
            <a:r>
              <a:rPr lang="ja-JP" altLang="en-US" b="1" dirty="0">
                <a:latin typeface="+mj-ea"/>
                <a:ea typeface="+mj-ea"/>
              </a:rPr>
              <a:t>主体による</a:t>
            </a:r>
            <a:r>
              <a:rPr lang="en-US" altLang="ja-JP" b="1" dirty="0">
                <a:latin typeface="+mj-ea"/>
                <a:ea typeface="+mj-ea"/>
              </a:rPr>
              <a:t>WBS</a:t>
            </a:r>
            <a:r>
              <a:rPr lang="ja-JP" altLang="en-US" b="1" dirty="0">
                <a:latin typeface="+mj-ea"/>
                <a:ea typeface="+mj-ea"/>
              </a:rPr>
              <a:t>との動的な協調アーキテクチャ</a:t>
            </a:r>
            <a:endParaRPr lang="en-US" altLang="ja-JP" b="1" dirty="0">
              <a:latin typeface="+mj-ea"/>
              <a:ea typeface="+mj-ea"/>
            </a:endParaRPr>
          </a:p>
        </p:txBody>
      </p:sp>
      <p:sp>
        <p:nvSpPr>
          <p:cNvPr id="10" name="テキスト ボックス 9">
            <a:extLst>
              <a:ext uri="{FF2B5EF4-FFF2-40B4-BE49-F238E27FC236}">
                <a16:creationId xmlns:a16="http://schemas.microsoft.com/office/drawing/2014/main" id="{C3A996C4-758D-4CC4-64FC-963BEE1187D8}"/>
              </a:ext>
            </a:extLst>
          </p:cNvPr>
          <p:cNvSpPr txBox="1"/>
          <p:nvPr/>
        </p:nvSpPr>
        <p:spPr>
          <a:xfrm>
            <a:off x="1449428" y="1868510"/>
            <a:ext cx="1152711" cy="298425"/>
          </a:xfrm>
          <a:prstGeom prst="rect">
            <a:avLst/>
          </a:prstGeom>
          <a:solidFill>
            <a:schemeClr val="bg1"/>
          </a:solidFill>
        </p:spPr>
        <p:txBody>
          <a:bodyPr wrap="square">
            <a:spAutoFit/>
          </a:bodyPr>
          <a:lstStyle/>
          <a:p>
            <a:r>
              <a:rPr lang="ja-JP" altLang="en-US" b="1" dirty="0">
                <a:latin typeface="+mj-ea"/>
                <a:ea typeface="+mj-ea"/>
              </a:rPr>
              <a:t>アイデア</a:t>
            </a:r>
            <a:endParaRPr lang="en-US" dirty="0"/>
          </a:p>
        </p:txBody>
      </p:sp>
      <p:sp>
        <p:nvSpPr>
          <p:cNvPr id="12" name="四角形: 角を丸くする 11">
            <a:extLst>
              <a:ext uri="{FF2B5EF4-FFF2-40B4-BE49-F238E27FC236}">
                <a16:creationId xmlns:a16="http://schemas.microsoft.com/office/drawing/2014/main" id="{139249F9-5679-9CD4-E156-EA3C9663CE1F}"/>
              </a:ext>
            </a:extLst>
          </p:cNvPr>
          <p:cNvSpPr/>
          <p:nvPr/>
        </p:nvSpPr>
        <p:spPr>
          <a:xfrm>
            <a:off x="878327" y="1083687"/>
            <a:ext cx="7646847" cy="766625"/>
          </a:xfrm>
          <a:prstGeom prst="roundRect">
            <a:avLst/>
          </a:prstGeom>
          <a:solidFill>
            <a:schemeClr val="bg1"/>
          </a:solidFill>
          <a:ln w="381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r>
              <a:rPr lang="en-US" altLang="ja-JP" b="1" dirty="0">
                <a:latin typeface="+mj-ea"/>
                <a:ea typeface="+mj-ea"/>
              </a:rPr>
              <a:t>CNF</a:t>
            </a:r>
            <a:r>
              <a:rPr lang="ja-JP" altLang="en-US" b="1" dirty="0">
                <a:latin typeface="+mj-ea"/>
                <a:ea typeface="+mj-ea"/>
              </a:rPr>
              <a:t>におけるテーブルマッチング処理の高速化</a:t>
            </a:r>
            <a:endParaRPr lang="en-US" altLang="ja-JP" b="1" dirty="0">
              <a:latin typeface="+mj-ea"/>
              <a:ea typeface="+mj-ea"/>
            </a:endParaRPr>
          </a:p>
        </p:txBody>
      </p:sp>
      <p:sp>
        <p:nvSpPr>
          <p:cNvPr id="13" name="テキスト ボックス 12">
            <a:extLst>
              <a:ext uri="{FF2B5EF4-FFF2-40B4-BE49-F238E27FC236}">
                <a16:creationId xmlns:a16="http://schemas.microsoft.com/office/drawing/2014/main" id="{B06AB9F1-3470-011D-6C56-237E31641D31}"/>
              </a:ext>
            </a:extLst>
          </p:cNvPr>
          <p:cNvSpPr txBox="1"/>
          <p:nvPr/>
        </p:nvSpPr>
        <p:spPr>
          <a:xfrm>
            <a:off x="1449428" y="902813"/>
            <a:ext cx="643690" cy="266747"/>
          </a:xfrm>
          <a:prstGeom prst="rect">
            <a:avLst/>
          </a:prstGeom>
          <a:solidFill>
            <a:schemeClr val="bg1"/>
          </a:solidFill>
        </p:spPr>
        <p:txBody>
          <a:bodyPr wrap="square">
            <a:spAutoFit/>
          </a:bodyPr>
          <a:lstStyle/>
          <a:p>
            <a:r>
              <a:rPr lang="ja-JP" altLang="en-US" b="1" dirty="0">
                <a:latin typeface="+mj-ea"/>
                <a:ea typeface="+mj-ea"/>
              </a:rPr>
              <a:t>目的</a:t>
            </a:r>
            <a:endParaRPr lang="en-US" dirty="0"/>
          </a:p>
        </p:txBody>
      </p:sp>
      <p:sp>
        <p:nvSpPr>
          <p:cNvPr id="15" name="四角形: 角を丸くする 14">
            <a:extLst>
              <a:ext uri="{FF2B5EF4-FFF2-40B4-BE49-F238E27FC236}">
                <a16:creationId xmlns:a16="http://schemas.microsoft.com/office/drawing/2014/main" id="{11C8F62F-EC12-9402-9CE6-FEA94439BD66}"/>
              </a:ext>
            </a:extLst>
          </p:cNvPr>
          <p:cNvSpPr/>
          <p:nvPr/>
        </p:nvSpPr>
        <p:spPr>
          <a:xfrm>
            <a:off x="864188" y="3044807"/>
            <a:ext cx="7646847" cy="766625"/>
          </a:xfrm>
          <a:prstGeom prst="roundRect">
            <a:avLst/>
          </a:prstGeom>
          <a:solidFill>
            <a:schemeClr val="bg1"/>
          </a:solidFill>
          <a:ln w="381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r>
              <a:rPr lang="en-US" altLang="ja-JP" b="1" dirty="0">
                <a:latin typeface="+mj-ea"/>
                <a:ea typeface="+mj-ea"/>
              </a:rPr>
              <a:t>1024</a:t>
            </a:r>
            <a:r>
              <a:rPr lang="ja-JP" altLang="en-US" b="1" dirty="0">
                <a:latin typeface="+mj-ea"/>
                <a:ea typeface="+mj-ea"/>
              </a:rPr>
              <a:t>エントリで処理性能が最大</a:t>
            </a:r>
            <a:r>
              <a:rPr lang="en-US" altLang="ja-JP" b="1" dirty="0">
                <a:latin typeface="+mj-ea"/>
                <a:ea typeface="+mj-ea"/>
              </a:rPr>
              <a:t>7</a:t>
            </a:r>
            <a:r>
              <a:rPr lang="ja-JP" altLang="en-US" b="1" dirty="0">
                <a:latin typeface="+mj-ea"/>
                <a:ea typeface="+mj-ea"/>
              </a:rPr>
              <a:t>倍の高速化</a:t>
            </a:r>
            <a:endParaRPr lang="en-US" altLang="ja-JP" b="1" dirty="0">
              <a:latin typeface="+mj-ea"/>
              <a:ea typeface="+mj-ea"/>
            </a:endParaRPr>
          </a:p>
        </p:txBody>
      </p:sp>
      <p:sp>
        <p:nvSpPr>
          <p:cNvPr id="16" name="テキスト ボックス 15">
            <a:extLst>
              <a:ext uri="{FF2B5EF4-FFF2-40B4-BE49-F238E27FC236}">
                <a16:creationId xmlns:a16="http://schemas.microsoft.com/office/drawing/2014/main" id="{B57603D7-BFD0-D42E-C9D6-8C27C56C1FC0}"/>
              </a:ext>
            </a:extLst>
          </p:cNvPr>
          <p:cNvSpPr txBox="1"/>
          <p:nvPr/>
        </p:nvSpPr>
        <p:spPr>
          <a:xfrm>
            <a:off x="1449428" y="2863933"/>
            <a:ext cx="643690" cy="266747"/>
          </a:xfrm>
          <a:prstGeom prst="rect">
            <a:avLst/>
          </a:prstGeom>
          <a:solidFill>
            <a:schemeClr val="bg1"/>
          </a:solidFill>
        </p:spPr>
        <p:txBody>
          <a:bodyPr wrap="square">
            <a:spAutoFit/>
          </a:bodyPr>
          <a:lstStyle/>
          <a:p>
            <a:r>
              <a:rPr lang="ja-JP" altLang="en-US" b="1" dirty="0">
                <a:latin typeface="+mj-ea"/>
                <a:ea typeface="+mj-ea"/>
              </a:rPr>
              <a:t>結果</a:t>
            </a:r>
            <a:endParaRPr lang="en-US" dirty="0"/>
          </a:p>
        </p:txBody>
      </p:sp>
      <p:grpSp>
        <p:nvGrpSpPr>
          <p:cNvPr id="3" name="グループ化 2">
            <a:extLst>
              <a:ext uri="{FF2B5EF4-FFF2-40B4-BE49-F238E27FC236}">
                <a16:creationId xmlns:a16="http://schemas.microsoft.com/office/drawing/2014/main" id="{9AC447C1-D9C7-3C80-56F9-84788F380FF3}"/>
              </a:ext>
            </a:extLst>
          </p:cNvPr>
          <p:cNvGrpSpPr/>
          <p:nvPr/>
        </p:nvGrpSpPr>
        <p:grpSpPr>
          <a:xfrm>
            <a:off x="2848837" y="4176003"/>
            <a:ext cx="3543300" cy="399934"/>
            <a:chOff x="2928141" y="1874874"/>
            <a:chExt cx="4112941" cy="540948"/>
          </a:xfrm>
        </p:grpSpPr>
        <p:cxnSp>
          <p:nvCxnSpPr>
            <p:cNvPr id="5" name="直線コネクタ 4">
              <a:extLst>
                <a:ext uri="{FF2B5EF4-FFF2-40B4-BE49-F238E27FC236}">
                  <a16:creationId xmlns:a16="http://schemas.microsoft.com/office/drawing/2014/main" id="{ABB8D9C0-02A1-AC10-467B-284F4D617297}"/>
                </a:ext>
              </a:extLst>
            </p:cNvPr>
            <p:cNvCxnSpPr>
              <a:cxnSpLocks/>
            </p:cNvCxnSpPr>
            <p:nvPr/>
          </p:nvCxnSpPr>
          <p:spPr>
            <a:xfrm>
              <a:off x="2928141" y="2145348"/>
              <a:ext cx="4112941" cy="0"/>
            </a:xfrm>
            <a:prstGeom prst="line">
              <a:avLst/>
            </a:prstGeom>
            <a:ln w="28575">
              <a:solidFill>
                <a:schemeClr val="tx1"/>
              </a:solidFill>
              <a:tailEnd type="none"/>
            </a:ln>
          </p:spPr>
          <p:style>
            <a:lnRef idx="2">
              <a:schemeClr val="accent1"/>
            </a:lnRef>
            <a:fillRef idx="0">
              <a:schemeClr val="accent1"/>
            </a:fillRef>
            <a:effectRef idx="1">
              <a:schemeClr val="accent1"/>
            </a:effectRef>
            <a:fontRef idx="minor">
              <a:schemeClr val="tx1"/>
            </a:fontRef>
          </p:style>
        </p:cxnSp>
        <p:pic>
          <p:nvPicPr>
            <p:cNvPr id="6" name="Picture 2" descr="ネットワークスイッチイラスト／無料イラストなら「イラストAC」">
              <a:extLst>
                <a:ext uri="{FF2B5EF4-FFF2-40B4-BE49-F238E27FC236}">
                  <a16:creationId xmlns:a16="http://schemas.microsoft.com/office/drawing/2014/main" id="{C08618AB-A205-FA46-E79A-89F16A10FB7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40714" r="3635" b="40306"/>
            <a:stretch/>
          </p:blipFill>
          <p:spPr bwMode="auto">
            <a:xfrm>
              <a:off x="3592944" y="1874874"/>
              <a:ext cx="2825489" cy="540948"/>
            </a:xfrm>
            <a:prstGeom prst="rect">
              <a:avLst/>
            </a:prstGeom>
            <a:noFill/>
            <a:extLst>
              <a:ext uri="{909E8E84-426E-40DD-AFC4-6F175D3DCCD1}">
                <a14:hiddenFill xmlns:a14="http://schemas.microsoft.com/office/drawing/2010/main">
                  <a:solidFill>
                    <a:srgbClr val="FFFFFF"/>
                  </a:solidFill>
                </a14:hiddenFill>
              </a:ext>
            </a:extLst>
          </p:spPr>
        </p:pic>
      </p:grpSp>
      <p:sp>
        <p:nvSpPr>
          <p:cNvPr id="22" name="テキスト ボックス 21">
            <a:extLst>
              <a:ext uri="{FF2B5EF4-FFF2-40B4-BE49-F238E27FC236}">
                <a16:creationId xmlns:a16="http://schemas.microsoft.com/office/drawing/2014/main" id="{C24F1966-8D80-BF14-A5AC-1C5F9BCDE6BE}"/>
              </a:ext>
            </a:extLst>
          </p:cNvPr>
          <p:cNvSpPr txBox="1"/>
          <p:nvPr/>
        </p:nvSpPr>
        <p:spPr>
          <a:xfrm>
            <a:off x="4267750" y="3878540"/>
            <a:ext cx="705474" cy="369332"/>
          </a:xfrm>
          <a:prstGeom prst="rect">
            <a:avLst/>
          </a:prstGeom>
          <a:noFill/>
        </p:spPr>
        <p:txBody>
          <a:bodyPr wrap="square">
            <a:spAutoFit/>
          </a:bodyPr>
          <a:lstStyle/>
          <a:p>
            <a:r>
              <a:rPr lang="en-US" b="1" dirty="0"/>
              <a:t>WBS</a:t>
            </a:r>
            <a:endParaRPr lang="en-US" dirty="0"/>
          </a:p>
        </p:txBody>
      </p:sp>
      <p:sp>
        <p:nvSpPr>
          <p:cNvPr id="25" name="テキスト ボックス 24">
            <a:extLst>
              <a:ext uri="{FF2B5EF4-FFF2-40B4-BE49-F238E27FC236}">
                <a16:creationId xmlns:a16="http://schemas.microsoft.com/office/drawing/2014/main" id="{6C2CD2A9-1D73-15EC-1516-B89337646FFE}"/>
              </a:ext>
            </a:extLst>
          </p:cNvPr>
          <p:cNvSpPr txBox="1"/>
          <p:nvPr/>
        </p:nvSpPr>
        <p:spPr>
          <a:xfrm>
            <a:off x="878327" y="5094963"/>
            <a:ext cx="1830159" cy="646331"/>
          </a:xfrm>
          <a:prstGeom prst="rect">
            <a:avLst/>
          </a:prstGeom>
          <a:noFill/>
        </p:spPr>
        <p:txBody>
          <a:bodyPr wrap="square">
            <a:spAutoFit/>
          </a:bodyPr>
          <a:lstStyle/>
          <a:p>
            <a:pPr algn="ctr"/>
            <a:r>
              <a:rPr lang="ja-JP" altLang="en-US" dirty="0">
                <a:latin typeface="+mj-ea"/>
                <a:ea typeface="+mj-ea"/>
              </a:rPr>
              <a:t>負荷の高い処理</a:t>
            </a:r>
            <a:endParaRPr lang="en-US" altLang="ja-JP" dirty="0">
              <a:latin typeface="+mj-ea"/>
              <a:ea typeface="+mj-ea"/>
            </a:endParaRPr>
          </a:p>
          <a:p>
            <a:pPr algn="ctr"/>
            <a:r>
              <a:rPr lang="ja-JP" altLang="en-US" dirty="0">
                <a:latin typeface="+mj-ea"/>
                <a:ea typeface="+mj-ea"/>
              </a:rPr>
              <a:t>のオフロード</a:t>
            </a:r>
            <a:endParaRPr lang="en-US" dirty="0">
              <a:latin typeface="+mj-ea"/>
              <a:ea typeface="+mj-ea"/>
            </a:endParaRPr>
          </a:p>
        </p:txBody>
      </p:sp>
      <p:sp>
        <p:nvSpPr>
          <p:cNvPr id="29" name="吹き出し: 角を丸めた四角形 28">
            <a:extLst>
              <a:ext uri="{FF2B5EF4-FFF2-40B4-BE49-F238E27FC236}">
                <a16:creationId xmlns:a16="http://schemas.microsoft.com/office/drawing/2014/main" id="{5D71C091-E356-4CC6-27EF-E20F417E3515}"/>
              </a:ext>
            </a:extLst>
          </p:cNvPr>
          <p:cNvSpPr/>
          <p:nvPr/>
        </p:nvSpPr>
        <p:spPr>
          <a:xfrm>
            <a:off x="3161082" y="4667864"/>
            <a:ext cx="2858718" cy="1040451"/>
          </a:xfrm>
          <a:prstGeom prst="wedgeRoundRectCallout">
            <a:avLst>
              <a:gd name="adj1" fmla="val -12897"/>
              <a:gd name="adj2" fmla="val -77940"/>
              <a:gd name="adj3" fmla="val 16667"/>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図 31">
            <a:extLst>
              <a:ext uri="{FF2B5EF4-FFF2-40B4-BE49-F238E27FC236}">
                <a16:creationId xmlns:a16="http://schemas.microsoft.com/office/drawing/2014/main" id="{B152586F-CDE7-7B90-089B-19D26CB1DD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0129" y="4741088"/>
            <a:ext cx="924234" cy="904979"/>
          </a:xfrm>
          <a:prstGeom prst="rect">
            <a:avLst/>
          </a:prstGeom>
        </p:spPr>
      </p:pic>
      <p:pic>
        <p:nvPicPr>
          <p:cNvPr id="33" name="図 32">
            <a:extLst>
              <a:ext uri="{FF2B5EF4-FFF2-40B4-BE49-F238E27FC236}">
                <a16:creationId xmlns:a16="http://schemas.microsoft.com/office/drawing/2014/main" id="{94E2A03F-CC52-0453-1D42-17F47BD08E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49669" y="4775904"/>
            <a:ext cx="896234" cy="863481"/>
          </a:xfrm>
          <a:prstGeom prst="rect">
            <a:avLst/>
          </a:prstGeom>
        </p:spPr>
      </p:pic>
      <p:cxnSp>
        <p:nvCxnSpPr>
          <p:cNvPr id="18" name="直線コネクタ 17">
            <a:extLst>
              <a:ext uri="{FF2B5EF4-FFF2-40B4-BE49-F238E27FC236}">
                <a16:creationId xmlns:a16="http://schemas.microsoft.com/office/drawing/2014/main" id="{0F203EFB-9480-DD6C-DCAE-415ED79D72B8}"/>
              </a:ext>
            </a:extLst>
          </p:cNvPr>
          <p:cNvCxnSpPr>
            <a:cxnSpLocks/>
            <a:stCxn id="20" idx="0"/>
          </p:cNvCxnSpPr>
          <p:nvPr/>
        </p:nvCxnSpPr>
        <p:spPr>
          <a:xfrm flipV="1">
            <a:off x="5047292" y="5572778"/>
            <a:ext cx="469655" cy="585632"/>
          </a:xfrm>
          <a:prstGeom prst="line">
            <a:avLst/>
          </a:prstGeom>
          <a:ln w="57150">
            <a:solidFill>
              <a:schemeClr val="tx2">
                <a:lumMod val="50000"/>
                <a:lumOff val="5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D008B626-A67E-5520-FEDE-BA34D1591C4E}"/>
              </a:ext>
            </a:extLst>
          </p:cNvPr>
          <p:cNvCxnSpPr>
            <a:cxnSpLocks/>
            <a:stCxn id="20" idx="0"/>
          </p:cNvCxnSpPr>
          <p:nvPr/>
        </p:nvCxnSpPr>
        <p:spPr>
          <a:xfrm flipH="1" flipV="1">
            <a:off x="4035299" y="5632576"/>
            <a:ext cx="1011993" cy="525834"/>
          </a:xfrm>
          <a:prstGeom prst="line">
            <a:avLst/>
          </a:prstGeom>
          <a:ln w="57150">
            <a:solidFill>
              <a:schemeClr val="tx2">
                <a:lumMod val="50000"/>
                <a:lumOff val="5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8E265ADA-7C7A-E2C8-5428-2D85BAFD6C7E}"/>
              </a:ext>
            </a:extLst>
          </p:cNvPr>
          <p:cNvCxnSpPr>
            <a:cxnSpLocks/>
            <a:stCxn id="19" idx="0"/>
          </p:cNvCxnSpPr>
          <p:nvPr/>
        </p:nvCxnSpPr>
        <p:spPr>
          <a:xfrm flipV="1">
            <a:off x="4264363" y="5572778"/>
            <a:ext cx="921985" cy="585632"/>
          </a:xfrm>
          <a:prstGeom prst="line">
            <a:avLst/>
          </a:prstGeom>
          <a:ln w="57150">
            <a:solidFill>
              <a:schemeClr val="tx2">
                <a:lumMod val="25000"/>
                <a:lumOff val="75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直線コネクタ 38">
            <a:extLst>
              <a:ext uri="{FF2B5EF4-FFF2-40B4-BE49-F238E27FC236}">
                <a16:creationId xmlns:a16="http://schemas.microsoft.com/office/drawing/2014/main" id="{1EDB0E04-6752-8CC8-1BFD-C2367F10D1E5}"/>
              </a:ext>
            </a:extLst>
          </p:cNvPr>
          <p:cNvCxnSpPr>
            <a:cxnSpLocks/>
            <a:stCxn id="19" idx="0"/>
          </p:cNvCxnSpPr>
          <p:nvPr/>
        </p:nvCxnSpPr>
        <p:spPr>
          <a:xfrm flipH="1" flipV="1">
            <a:off x="3676143" y="5632576"/>
            <a:ext cx="588220" cy="525834"/>
          </a:xfrm>
          <a:prstGeom prst="line">
            <a:avLst/>
          </a:prstGeom>
          <a:ln w="57150">
            <a:solidFill>
              <a:schemeClr val="tx2">
                <a:lumMod val="25000"/>
                <a:lumOff val="75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3" name="矢印: 下カーブ 22">
            <a:extLst>
              <a:ext uri="{FF2B5EF4-FFF2-40B4-BE49-F238E27FC236}">
                <a16:creationId xmlns:a16="http://schemas.microsoft.com/office/drawing/2014/main" id="{B1836528-C894-AB3A-C544-9ACD42CC2EFF}"/>
              </a:ext>
            </a:extLst>
          </p:cNvPr>
          <p:cNvSpPr/>
          <p:nvPr/>
        </p:nvSpPr>
        <p:spPr>
          <a:xfrm rot="14804417">
            <a:off x="2202138" y="5046704"/>
            <a:ext cx="1988339" cy="742851"/>
          </a:xfrm>
          <a:prstGeom prst="curved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正方形/長方形 18">
            <a:extLst>
              <a:ext uri="{FF2B5EF4-FFF2-40B4-BE49-F238E27FC236}">
                <a16:creationId xmlns:a16="http://schemas.microsoft.com/office/drawing/2014/main" id="{D0D6A326-65B2-82A2-C90F-EC77EA0334BE}"/>
              </a:ext>
            </a:extLst>
          </p:cNvPr>
          <p:cNvSpPr/>
          <p:nvPr/>
        </p:nvSpPr>
        <p:spPr>
          <a:xfrm>
            <a:off x="3969002" y="6158410"/>
            <a:ext cx="590721" cy="471386"/>
          </a:xfrm>
          <a:prstGeom prst="rect">
            <a:avLst/>
          </a:prstGeom>
          <a:solidFill>
            <a:schemeClr val="tx2">
              <a:lumMod val="10000"/>
              <a:lumOff val="90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a:t>CNF</a:t>
            </a:r>
            <a:endParaRPr lang="en-US" b="1"/>
          </a:p>
        </p:txBody>
      </p:sp>
      <p:sp>
        <p:nvSpPr>
          <p:cNvPr id="20" name="正方形/長方形 19">
            <a:extLst>
              <a:ext uri="{FF2B5EF4-FFF2-40B4-BE49-F238E27FC236}">
                <a16:creationId xmlns:a16="http://schemas.microsoft.com/office/drawing/2014/main" id="{20E6A0A4-AA11-C579-6CF9-A1F5B5DFC434}"/>
              </a:ext>
            </a:extLst>
          </p:cNvPr>
          <p:cNvSpPr/>
          <p:nvPr/>
        </p:nvSpPr>
        <p:spPr>
          <a:xfrm>
            <a:off x="4751931" y="6158410"/>
            <a:ext cx="590721" cy="471386"/>
          </a:xfrm>
          <a:prstGeom prst="rect">
            <a:avLst/>
          </a:prstGeom>
          <a:solidFill>
            <a:schemeClr val="tx2">
              <a:lumMod val="25000"/>
              <a:lumOff val="7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endParaRPr lang="en-US" b="1" dirty="0"/>
          </a:p>
        </p:txBody>
      </p:sp>
      <p:sp>
        <p:nvSpPr>
          <p:cNvPr id="17" name="矢印: 下カーブ 16">
            <a:extLst>
              <a:ext uri="{FF2B5EF4-FFF2-40B4-BE49-F238E27FC236}">
                <a16:creationId xmlns:a16="http://schemas.microsoft.com/office/drawing/2014/main" id="{34B81C45-0C72-602E-EB10-E68124A98A7E}"/>
              </a:ext>
            </a:extLst>
          </p:cNvPr>
          <p:cNvSpPr/>
          <p:nvPr/>
        </p:nvSpPr>
        <p:spPr>
          <a:xfrm rot="17710375" flipV="1">
            <a:off x="5074115" y="5057871"/>
            <a:ext cx="1988339" cy="725801"/>
          </a:xfrm>
          <a:prstGeom prst="curved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45035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イラスト フリー サーバ | サーバー 図 素材 フリー – CRXB">
            <a:extLst>
              <a:ext uri="{FF2B5EF4-FFF2-40B4-BE49-F238E27FC236}">
                <a16:creationId xmlns:a16="http://schemas.microsoft.com/office/drawing/2014/main" id="{13CA3A4C-A7F8-3904-1DD8-BBA784F731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234" t="13164" r="29649" b="9123"/>
          <a:stretch>
            <a:fillRect/>
          </a:stretch>
        </p:blipFill>
        <p:spPr bwMode="auto">
          <a:xfrm rot="16200000">
            <a:off x="7483147" y="4680916"/>
            <a:ext cx="461665" cy="1868271"/>
          </a:xfrm>
          <a:prstGeom prst="rect">
            <a:avLst/>
          </a:prstGeom>
          <a:noFill/>
          <a:extLst>
            <a:ext uri="{909E8E84-426E-40DD-AFC4-6F175D3DCCD1}">
              <a14:hiddenFill xmlns:a14="http://schemas.microsoft.com/office/drawing/2010/main">
                <a:solidFill>
                  <a:srgbClr val="FFFFFF"/>
                </a:solidFill>
              </a14:hiddenFill>
            </a:ext>
          </a:extLst>
        </p:spPr>
      </p:pic>
      <p:sp>
        <p:nvSpPr>
          <p:cNvPr id="3" name="コンテンツ プレースホルダー 2">
            <a:extLst>
              <a:ext uri="{FF2B5EF4-FFF2-40B4-BE49-F238E27FC236}">
                <a16:creationId xmlns:a16="http://schemas.microsoft.com/office/drawing/2014/main" id="{F11F3625-63F3-2AB6-C68E-DD5143302585}"/>
              </a:ext>
            </a:extLst>
          </p:cNvPr>
          <p:cNvSpPr>
            <a:spLocks noGrp="1"/>
          </p:cNvSpPr>
          <p:nvPr>
            <p:ph idx="1"/>
          </p:nvPr>
        </p:nvSpPr>
        <p:spPr/>
        <p:txBody>
          <a:bodyPr>
            <a:normAutofit/>
          </a:bodyPr>
          <a:lstStyle/>
          <a:p>
            <a:r>
              <a:rPr lang="en-US" altLang="ja-JP" b="1" dirty="0"/>
              <a:t>CNF</a:t>
            </a:r>
            <a:r>
              <a:rPr lang="ja-JP" altLang="en-US" b="1" dirty="0"/>
              <a:t> </a:t>
            </a:r>
            <a:r>
              <a:rPr lang="en-US" altLang="ja-JP" b="1" dirty="0"/>
              <a:t>(Cloud-native Network Function)</a:t>
            </a:r>
          </a:p>
          <a:p>
            <a:pPr marL="397800" lvl="1" indent="0">
              <a:buNone/>
            </a:pPr>
            <a:endParaRPr lang="en-US" altLang="ja-JP" dirty="0"/>
          </a:p>
          <a:p>
            <a:pPr marL="397800" lvl="1" indent="0">
              <a:buNone/>
            </a:pPr>
            <a:endParaRPr lang="en-US" altLang="ja-JP" dirty="0"/>
          </a:p>
          <a:p>
            <a:pPr marL="397800" lvl="1" indent="0">
              <a:buNone/>
            </a:pPr>
            <a:endParaRPr lang="en-US" altLang="ja-JP" dirty="0"/>
          </a:p>
          <a:p>
            <a:r>
              <a:rPr lang="ja-JP" altLang="en-US" b="1" dirty="0"/>
              <a:t>先行研究</a:t>
            </a:r>
            <a:r>
              <a:rPr lang="en-US" b="1" baseline="30000" dirty="0"/>
              <a:t>†</a:t>
            </a:r>
            <a:r>
              <a:rPr lang="ja-JP" altLang="en-US" b="1" dirty="0"/>
              <a:t>による</a:t>
            </a:r>
            <a:r>
              <a:rPr lang="en-US" altLang="ja-JP" b="1" dirty="0"/>
              <a:t>I/O</a:t>
            </a:r>
            <a:r>
              <a:rPr lang="ja-JP" altLang="en-US" b="1" dirty="0"/>
              <a:t>性能の向上</a:t>
            </a:r>
            <a:endParaRPr lang="en-US" altLang="ja-JP" dirty="0"/>
          </a:p>
          <a:p>
            <a:pPr lvl="1"/>
            <a:r>
              <a:rPr lang="en-US" altLang="ja-JP" dirty="0"/>
              <a:t>20Mpps(DPDK) </a:t>
            </a:r>
            <a:r>
              <a:rPr lang="ja-JP" altLang="en-US" dirty="0"/>
              <a:t>▶ </a:t>
            </a:r>
            <a:r>
              <a:rPr lang="en-US" altLang="ja-JP" dirty="0"/>
              <a:t>130Mpps</a:t>
            </a:r>
          </a:p>
          <a:p>
            <a:pPr lvl="1"/>
            <a:r>
              <a:rPr lang="ja-JP" altLang="en-US" dirty="0"/>
              <a:t>転送処理のみに着目</a:t>
            </a:r>
            <a:endParaRPr lang="en-US" altLang="ja-JP" dirty="0"/>
          </a:p>
          <a:p>
            <a:pPr lvl="2"/>
            <a:endParaRPr lang="en-US" altLang="ja-JP" dirty="0"/>
          </a:p>
          <a:p>
            <a:r>
              <a:rPr lang="ja-JP" altLang="en-US" b="1" dirty="0"/>
              <a:t>本処理の高速化</a:t>
            </a:r>
            <a:endParaRPr lang="en-US" altLang="ja-JP" b="1" dirty="0"/>
          </a:p>
          <a:p>
            <a:pPr lvl="1"/>
            <a:r>
              <a:rPr lang="ja-JP" altLang="en-US" dirty="0"/>
              <a:t>ヘッダ解析・更新</a:t>
            </a:r>
            <a:endParaRPr lang="en-US" altLang="ja-JP" dirty="0"/>
          </a:p>
          <a:p>
            <a:pPr lvl="1"/>
            <a:r>
              <a:rPr lang="ja-JP" altLang="en-US" dirty="0"/>
              <a:t>テーブルマッチング処理</a:t>
            </a:r>
            <a:endParaRPr lang="en-US" altLang="ja-JP" dirty="0"/>
          </a:p>
          <a:p>
            <a:endParaRPr lang="en-US" altLang="ja-JP" b="1" dirty="0"/>
          </a:p>
          <a:p>
            <a:endParaRPr lang="en-US" altLang="ja-JP" b="1" dirty="0"/>
          </a:p>
          <a:p>
            <a:pPr marL="0" indent="0">
              <a:buNone/>
            </a:pPr>
            <a:endParaRPr lang="en-US" altLang="ja-JP" b="1" dirty="0"/>
          </a:p>
          <a:p>
            <a:pPr marL="0" indent="0">
              <a:buNone/>
            </a:pPr>
            <a:endParaRPr lang="en-US" altLang="ja-JP" b="1" dirty="0"/>
          </a:p>
          <a:p>
            <a:pPr marL="397800" lvl="1" indent="0">
              <a:buNone/>
            </a:pPr>
            <a:endParaRPr lang="en-US" altLang="ja-JP" dirty="0"/>
          </a:p>
        </p:txBody>
      </p:sp>
      <p:sp>
        <p:nvSpPr>
          <p:cNvPr id="49" name="吹き出し: 四角形 48">
            <a:extLst>
              <a:ext uri="{FF2B5EF4-FFF2-40B4-BE49-F238E27FC236}">
                <a16:creationId xmlns:a16="http://schemas.microsoft.com/office/drawing/2014/main" id="{56C15CA6-DF1F-4F2C-BE8E-B685C2058A01}"/>
              </a:ext>
            </a:extLst>
          </p:cNvPr>
          <p:cNvSpPr/>
          <p:nvPr/>
        </p:nvSpPr>
        <p:spPr>
          <a:xfrm>
            <a:off x="6763204" y="2736700"/>
            <a:ext cx="2102004" cy="2522833"/>
          </a:xfrm>
          <a:prstGeom prst="wedgeRectCallout">
            <a:avLst>
              <a:gd name="adj1" fmla="val -10554"/>
              <a:gd name="adj2" fmla="val 6089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mj-ea"/>
              <a:ea typeface="+mj-ea"/>
            </a:endParaRPr>
          </a:p>
        </p:txBody>
      </p:sp>
      <p:sp>
        <p:nvSpPr>
          <p:cNvPr id="2" name="タイトル 1">
            <a:extLst>
              <a:ext uri="{FF2B5EF4-FFF2-40B4-BE49-F238E27FC236}">
                <a16:creationId xmlns:a16="http://schemas.microsoft.com/office/drawing/2014/main" id="{1DE4ED8B-E62A-4EEA-1F52-6605746D6CA4}"/>
              </a:ext>
            </a:extLst>
          </p:cNvPr>
          <p:cNvSpPr>
            <a:spLocks noGrp="1"/>
          </p:cNvSpPr>
          <p:nvPr>
            <p:ph type="title"/>
          </p:nvPr>
        </p:nvSpPr>
        <p:spPr/>
        <p:txBody>
          <a:bodyPr/>
          <a:lstStyle/>
          <a:p>
            <a:r>
              <a:rPr lang="ja-JP" altLang="en-US"/>
              <a:t>背景</a:t>
            </a:r>
            <a:endParaRPr lang="en-US"/>
          </a:p>
        </p:txBody>
      </p:sp>
      <p:sp>
        <p:nvSpPr>
          <p:cNvPr id="4" name="スライド番号プレースホルダー 3">
            <a:extLst>
              <a:ext uri="{FF2B5EF4-FFF2-40B4-BE49-F238E27FC236}">
                <a16:creationId xmlns:a16="http://schemas.microsoft.com/office/drawing/2014/main" id="{F1628E8E-9527-8C0A-3684-928A79D2AA9F}"/>
              </a:ext>
            </a:extLst>
          </p:cNvPr>
          <p:cNvSpPr>
            <a:spLocks noGrp="1"/>
          </p:cNvSpPr>
          <p:nvPr>
            <p:ph type="sldNum" sz="quarter" idx="12"/>
          </p:nvPr>
        </p:nvSpPr>
        <p:spPr/>
        <p:txBody>
          <a:bodyPr/>
          <a:lstStyle/>
          <a:p>
            <a:fld id="{243EA04C-AED1-46B0-BC3C-C24F4C35F66C}" type="slidenum">
              <a:rPr lang="ja-JP" altLang="en-US" smtClean="0"/>
              <a:pPr/>
              <a:t>2</a:t>
            </a:fld>
            <a:endParaRPr lang="ja-JP" altLang="en-US"/>
          </a:p>
        </p:txBody>
      </p:sp>
      <p:sp>
        <p:nvSpPr>
          <p:cNvPr id="19" name="テキスト ボックス 18">
            <a:extLst>
              <a:ext uri="{FF2B5EF4-FFF2-40B4-BE49-F238E27FC236}">
                <a16:creationId xmlns:a16="http://schemas.microsoft.com/office/drawing/2014/main" id="{FF381769-EBC9-6EB5-6A6A-88F1A2B7E4E1}"/>
              </a:ext>
            </a:extLst>
          </p:cNvPr>
          <p:cNvSpPr txBox="1"/>
          <p:nvPr/>
        </p:nvSpPr>
        <p:spPr>
          <a:xfrm>
            <a:off x="605306" y="6563924"/>
            <a:ext cx="7836629" cy="253916"/>
          </a:xfrm>
          <a:prstGeom prst="rect">
            <a:avLst/>
          </a:prstGeom>
          <a:noFill/>
        </p:spPr>
        <p:txBody>
          <a:bodyPr wrap="square">
            <a:spAutoFit/>
          </a:bodyPr>
          <a:lstStyle/>
          <a:p>
            <a:r>
              <a:rPr lang="en-US" altLang="ja-JP" sz="1050" b="1" dirty="0"/>
              <a:t>†</a:t>
            </a:r>
            <a:r>
              <a:rPr lang="en-US" sz="1050" dirty="0"/>
              <a:t>A. Yamada  et al., “Rethinking Message Buffer Structures for 100 Mpps Cloud-native Network Functions”,</a:t>
            </a:r>
            <a:r>
              <a:rPr lang="en-US" sz="1050" b="0" i="0" dirty="0">
                <a:solidFill>
                  <a:srgbClr val="000000"/>
                </a:solidFill>
                <a:effectLst/>
                <a:latin typeface="Lato" panose="020F0502020204030203" pitchFamily="34" charset="0"/>
              </a:rPr>
              <a:t> IEEE FNWF 2024</a:t>
            </a:r>
            <a:endParaRPr lang="en-US" sz="1050" dirty="0"/>
          </a:p>
        </p:txBody>
      </p:sp>
      <p:sp>
        <p:nvSpPr>
          <p:cNvPr id="12" name="吹き出し: 角を丸めた四角形 11">
            <a:extLst>
              <a:ext uri="{FF2B5EF4-FFF2-40B4-BE49-F238E27FC236}">
                <a16:creationId xmlns:a16="http://schemas.microsoft.com/office/drawing/2014/main" id="{39E58D1E-3A37-31C4-5F3B-E92019504606}"/>
              </a:ext>
            </a:extLst>
          </p:cNvPr>
          <p:cNvSpPr/>
          <p:nvPr/>
        </p:nvSpPr>
        <p:spPr>
          <a:xfrm>
            <a:off x="4485920" y="1590247"/>
            <a:ext cx="2907521" cy="785142"/>
          </a:xfrm>
          <a:prstGeom prst="wedgeRoundRectCallout">
            <a:avLst>
              <a:gd name="adj1" fmla="val -38119"/>
              <a:gd name="adj2" fmla="val 16937"/>
              <a:gd name="adj3" fmla="val 16667"/>
            </a:avLst>
          </a:prstGeom>
          <a:solidFill>
            <a:schemeClr val="bg1"/>
          </a:solidFill>
          <a:ln w="57150" cap="sq">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dirty="0">
                <a:solidFill>
                  <a:schemeClr val="tx1"/>
                </a:solidFill>
                <a:latin typeface="+mj-ea"/>
                <a:ea typeface="+mj-ea"/>
              </a:rPr>
              <a:t>パケット転送性能</a:t>
            </a:r>
          </a:p>
        </p:txBody>
      </p:sp>
      <p:sp>
        <p:nvSpPr>
          <p:cNvPr id="37" name="吹き出し: 角を丸めた四角形 36">
            <a:extLst>
              <a:ext uri="{FF2B5EF4-FFF2-40B4-BE49-F238E27FC236}">
                <a16:creationId xmlns:a16="http://schemas.microsoft.com/office/drawing/2014/main" id="{4A9B0E5C-5D3A-42F2-DF37-0DD4F093F9B6}"/>
              </a:ext>
            </a:extLst>
          </p:cNvPr>
          <p:cNvSpPr/>
          <p:nvPr/>
        </p:nvSpPr>
        <p:spPr>
          <a:xfrm>
            <a:off x="1049067" y="1546272"/>
            <a:ext cx="2907521" cy="829117"/>
          </a:xfrm>
          <a:prstGeom prst="wedgeRoundRectCallout">
            <a:avLst>
              <a:gd name="adj1" fmla="val -38119"/>
              <a:gd name="adj2" fmla="val 16937"/>
              <a:gd name="adj3" fmla="val 16667"/>
            </a:avLst>
          </a:prstGeom>
          <a:solidFill>
            <a:schemeClr val="bg1"/>
          </a:solidFill>
          <a:ln w="57150" cap="sq">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dirty="0">
                <a:solidFill>
                  <a:schemeClr val="tx1"/>
                </a:solidFill>
                <a:latin typeface="+mj-ea"/>
                <a:ea typeface="+mj-ea"/>
              </a:rPr>
              <a:t>迅速なデプロイ</a:t>
            </a:r>
            <a:endParaRPr lang="en-US" altLang="ja-JP" dirty="0">
              <a:solidFill>
                <a:schemeClr val="tx1"/>
              </a:solidFill>
              <a:latin typeface="+mj-ea"/>
              <a:ea typeface="+mj-ea"/>
            </a:endParaRPr>
          </a:p>
          <a:p>
            <a:pPr algn="ctr"/>
            <a:r>
              <a:rPr lang="ja-JP" altLang="en-US" dirty="0">
                <a:solidFill>
                  <a:schemeClr val="tx1"/>
                </a:solidFill>
                <a:latin typeface="+mj-ea"/>
                <a:ea typeface="+mj-ea"/>
              </a:rPr>
              <a:t>高スケーラビリティ</a:t>
            </a:r>
          </a:p>
        </p:txBody>
      </p:sp>
      <p:sp>
        <p:nvSpPr>
          <p:cNvPr id="38" name="テキスト ボックス 37">
            <a:extLst>
              <a:ext uri="{FF2B5EF4-FFF2-40B4-BE49-F238E27FC236}">
                <a16:creationId xmlns:a16="http://schemas.microsoft.com/office/drawing/2014/main" id="{7952A55B-89C2-6E3E-3AE0-2CD46582560F}"/>
              </a:ext>
            </a:extLst>
          </p:cNvPr>
          <p:cNvSpPr txBox="1"/>
          <p:nvPr/>
        </p:nvSpPr>
        <p:spPr>
          <a:xfrm>
            <a:off x="1959531" y="1350961"/>
            <a:ext cx="1152414" cy="314700"/>
          </a:xfrm>
          <a:prstGeom prst="rect">
            <a:avLst/>
          </a:prstGeom>
          <a:solidFill>
            <a:schemeClr val="bg1"/>
          </a:solidFill>
          <a:ln>
            <a:solidFill>
              <a:schemeClr val="bg1"/>
            </a:solidFill>
          </a:ln>
        </p:spPr>
        <p:txBody>
          <a:bodyPr wrap="square">
            <a:spAutoFit/>
          </a:bodyPr>
          <a:lstStyle/>
          <a:p>
            <a:r>
              <a:rPr lang="ja-JP" altLang="en-US" dirty="0">
                <a:latin typeface="+mj-ea"/>
                <a:ea typeface="+mj-ea"/>
              </a:rPr>
              <a:t>メリット</a:t>
            </a:r>
            <a:endParaRPr lang="en-US" dirty="0"/>
          </a:p>
        </p:txBody>
      </p:sp>
      <p:sp>
        <p:nvSpPr>
          <p:cNvPr id="8" name="矢印: U ターン 7">
            <a:extLst>
              <a:ext uri="{FF2B5EF4-FFF2-40B4-BE49-F238E27FC236}">
                <a16:creationId xmlns:a16="http://schemas.microsoft.com/office/drawing/2014/main" id="{06022CFD-9A3D-03C6-78DE-2E8088898092}"/>
              </a:ext>
            </a:extLst>
          </p:cNvPr>
          <p:cNvSpPr/>
          <p:nvPr/>
        </p:nvSpPr>
        <p:spPr>
          <a:xfrm>
            <a:off x="7332227" y="3827602"/>
            <a:ext cx="883983" cy="1537877"/>
          </a:xfrm>
          <a:prstGeom prst="uturnArrow">
            <a:avLst>
              <a:gd name="adj1" fmla="val 27543"/>
              <a:gd name="adj2" fmla="val 25000"/>
              <a:gd name="adj3" fmla="val 43650"/>
              <a:gd name="adj4" fmla="val 43750"/>
              <a:gd name="adj5" fmla="val 100000"/>
            </a:avLst>
          </a:prstGeom>
          <a:solidFill>
            <a:schemeClr val="tx2">
              <a:lumMod val="25000"/>
              <a:lumOff val="75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正方形/長方形 8">
            <a:extLst>
              <a:ext uri="{FF2B5EF4-FFF2-40B4-BE49-F238E27FC236}">
                <a16:creationId xmlns:a16="http://schemas.microsoft.com/office/drawing/2014/main" id="{A58BD99B-174E-9AB9-15EA-D122ECBC2085}"/>
              </a:ext>
            </a:extLst>
          </p:cNvPr>
          <p:cNvSpPr/>
          <p:nvPr/>
        </p:nvSpPr>
        <p:spPr>
          <a:xfrm>
            <a:off x="7418620" y="3537490"/>
            <a:ext cx="590721" cy="471386"/>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endParaRPr lang="en-US" b="1" dirty="0"/>
          </a:p>
        </p:txBody>
      </p:sp>
      <p:sp>
        <p:nvSpPr>
          <p:cNvPr id="36" name="正方形/長方形 35">
            <a:extLst>
              <a:ext uri="{FF2B5EF4-FFF2-40B4-BE49-F238E27FC236}">
                <a16:creationId xmlns:a16="http://schemas.microsoft.com/office/drawing/2014/main" id="{0808BBDE-C48E-0651-0F13-CCC54EF4ECA8}"/>
              </a:ext>
            </a:extLst>
          </p:cNvPr>
          <p:cNvSpPr/>
          <p:nvPr/>
        </p:nvSpPr>
        <p:spPr>
          <a:xfrm>
            <a:off x="4358896" y="5981895"/>
            <a:ext cx="4755352" cy="461666"/>
          </a:xfrm>
          <a:prstGeom prst="rect">
            <a:avLst/>
          </a:prstGeom>
          <a:ln w="38100">
            <a:no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2400" b="1" dirty="0">
                <a:latin typeface="Noto Sans JP" panose="020B0200000000000000" pitchFamily="34" charset="-128"/>
                <a:ea typeface="Noto Sans JP" panose="020B0200000000000000" pitchFamily="34" charset="-128"/>
              </a:rPr>
              <a:t>テーブルマッチング処理の評価</a:t>
            </a:r>
            <a:endParaRPr lang="en-US" altLang="ja-JP" sz="2400" b="1" dirty="0">
              <a:latin typeface="Noto Sans JP" panose="020B0200000000000000" pitchFamily="34" charset="-128"/>
              <a:ea typeface="Noto Sans JP" panose="020B0200000000000000" pitchFamily="34" charset="-128"/>
            </a:endParaRPr>
          </a:p>
        </p:txBody>
      </p:sp>
      <p:sp>
        <p:nvSpPr>
          <p:cNvPr id="47" name="吹き出し: 四角形 46">
            <a:extLst>
              <a:ext uri="{FF2B5EF4-FFF2-40B4-BE49-F238E27FC236}">
                <a16:creationId xmlns:a16="http://schemas.microsoft.com/office/drawing/2014/main" id="{9049C889-9B47-E664-0B54-99D8DBD13293}"/>
              </a:ext>
            </a:extLst>
          </p:cNvPr>
          <p:cNvSpPr/>
          <p:nvPr/>
        </p:nvSpPr>
        <p:spPr>
          <a:xfrm>
            <a:off x="6861052" y="4229929"/>
            <a:ext cx="1771838" cy="679217"/>
          </a:xfrm>
          <a:prstGeom prst="wedgeRectCallout">
            <a:avLst>
              <a:gd name="adj1" fmla="val -9866"/>
              <a:gd name="adj2" fmla="val -737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j-ea"/>
                <a:ea typeface="+mj-ea"/>
              </a:rPr>
              <a:t>転送処理</a:t>
            </a:r>
            <a:endParaRPr lang="en-US" altLang="ja-JP" b="1" dirty="0">
              <a:solidFill>
                <a:schemeClr val="tx1"/>
              </a:solidFill>
              <a:latin typeface="+mj-ea"/>
              <a:ea typeface="+mj-ea"/>
            </a:endParaRPr>
          </a:p>
          <a:p>
            <a:pPr algn="ctr"/>
            <a:r>
              <a:rPr lang="en-US" altLang="ja-JP" b="1" dirty="0">
                <a:solidFill>
                  <a:schemeClr val="tx1"/>
                </a:solidFill>
                <a:latin typeface="+mj-ea"/>
                <a:ea typeface="+mj-ea"/>
              </a:rPr>
              <a:t>(I/O</a:t>
            </a:r>
            <a:r>
              <a:rPr lang="ja-JP" altLang="en-US" b="1" dirty="0">
                <a:solidFill>
                  <a:schemeClr val="tx1"/>
                </a:solidFill>
                <a:latin typeface="+mj-ea"/>
                <a:ea typeface="+mj-ea"/>
              </a:rPr>
              <a:t>処理</a:t>
            </a:r>
            <a:r>
              <a:rPr lang="en-US" altLang="ja-JP" b="1" dirty="0">
                <a:solidFill>
                  <a:schemeClr val="tx1"/>
                </a:solidFill>
                <a:latin typeface="+mj-ea"/>
                <a:ea typeface="+mj-ea"/>
              </a:rPr>
              <a:t>)</a:t>
            </a:r>
            <a:endParaRPr lang="en-US" b="1" dirty="0">
              <a:solidFill>
                <a:schemeClr val="tx1"/>
              </a:solidFill>
              <a:latin typeface="+mj-ea"/>
              <a:ea typeface="+mj-ea"/>
            </a:endParaRPr>
          </a:p>
        </p:txBody>
      </p:sp>
      <p:sp>
        <p:nvSpPr>
          <p:cNvPr id="11" name="右中かっこ 10">
            <a:extLst>
              <a:ext uri="{FF2B5EF4-FFF2-40B4-BE49-F238E27FC236}">
                <a16:creationId xmlns:a16="http://schemas.microsoft.com/office/drawing/2014/main" id="{43086E13-C1E6-1227-0705-687D83479A4D}"/>
              </a:ext>
            </a:extLst>
          </p:cNvPr>
          <p:cNvSpPr/>
          <p:nvPr/>
        </p:nvSpPr>
        <p:spPr>
          <a:xfrm flipH="1">
            <a:off x="6597104" y="4238435"/>
            <a:ext cx="253405" cy="649867"/>
          </a:xfrm>
          <a:prstGeom prst="rightBrace">
            <a:avLst/>
          </a:prstGeom>
          <a:ln w="38100">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右中かっこ 15">
            <a:extLst>
              <a:ext uri="{FF2B5EF4-FFF2-40B4-BE49-F238E27FC236}">
                <a16:creationId xmlns:a16="http://schemas.microsoft.com/office/drawing/2014/main" id="{92078E62-4D24-39E6-A4F7-CC7C2F0160C9}"/>
              </a:ext>
            </a:extLst>
          </p:cNvPr>
          <p:cNvSpPr/>
          <p:nvPr/>
        </p:nvSpPr>
        <p:spPr>
          <a:xfrm flipH="1">
            <a:off x="6250759" y="2841639"/>
            <a:ext cx="590721" cy="2055117"/>
          </a:xfrm>
          <a:prstGeom prst="rightBrace">
            <a:avLst>
              <a:gd name="adj1" fmla="val 8333"/>
              <a:gd name="adj2" fmla="val 28643"/>
            </a:avLst>
          </a:prstGeom>
          <a:ln w="38100">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テキスト ボックス 19">
            <a:extLst>
              <a:ext uri="{FF2B5EF4-FFF2-40B4-BE49-F238E27FC236}">
                <a16:creationId xmlns:a16="http://schemas.microsoft.com/office/drawing/2014/main" id="{AC4AE52D-69EB-74C3-9B13-40BB0F046172}"/>
              </a:ext>
            </a:extLst>
          </p:cNvPr>
          <p:cNvSpPr txBox="1"/>
          <p:nvPr/>
        </p:nvSpPr>
        <p:spPr>
          <a:xfrm>
            <a:off x="5401874" y="4378702"/>
            <a:ext cx="1195230" cy="369332"/>
          </a:xfrm>
          <a:prstGeom prst="rect">
            <a:avLst/>
          </a:prstGeom>
          <a:solidFill>
            <a:schemeClr val="bg1"/>
          </a:solidFill>
        </p:spPr>
        <p:txBody>
          <a:bodyPr wrap="square" rtlCol="0">
            <a:spAutoFit/>
          </a:bodyPr>
          <a:lstStyle/>
          <a:p>
            <a:pPr algn="r"/>
            <a:r>
              <a:rPr lang="ja-JP" altLang="en-US" dirty="0">
                <a:latin typeface="+mj-ea"/>
                <a:ea typeface="+mj-ea"/>
              </a:rPr>
              <a:t>先行研究</a:t>
            </a:r>
            <a:endParaRPr lang="en-US" dirty="0">
              <a:latin typeface="+mj-ea"/>
              <a:ea typeface="+mj-ea"/>
            </a:endParaRPr>
          </a:p>
        </p:txBody>
      </p:sp>
      <p:sp>
        <p:nvSpPr>
          <p:cNvPr id="25" name="テキスト ボックス 24">
            <a:extLst>
              <a:ext uri="{FF2B5EF4-FFF2-40B4-BE49-F238E27FC236}">
                <a16:creationId xmlns:a16="http://schemas.microsoft.com/office/drawing/2014/main" id="{80DF3B8E-3A71-23A2-24D4-5DC3203676EB}"/>
              </a:ext>
            </a:extLst>
          </p:cNvPr>
          <p:cNvSpPr txBox="1"/>
          <p:nvPr/>
        </p:nvSpPr>
        <p:spPr>
          <a:xfrm>
            <a:off x="5450501" y="3240839"/>
            <a:ext cx="921720" cy="369332"/>
          </a:xfrm>
          <a:prstGeom prst="rect">
            <a:avLst/>
          </a:prstGeom>
          <a:noFill/>
        </p:spPr>
        <p:txBody>
          <a:bodyPr wrap="square" rtlCol="0">
            <a:spAutoFit/>
          </a:bodyPr>
          <a:lstStyle/>
          <a:p>
            <a:r>
              <a:rPr lang="ja-JP" altLang="en-US" dirty="0">
                <a:latin typeface="+mj-ea"/>
                <a:ea typeface="+mj-ea"/>
              </a:rPr>
              <a:t>本研究</a:t>
            </a:r>
            <a:endParaRPr lang="en-US" dirty="0">
              <a:latin typeface="+mj-ea"/>
              <a:ea typeface="+mj-ea"/>
            </a:endParaRPr>
          </a:p>
        </p:txBody>
      </p:sp>
      <p:sp>
        <p:nvSpPr>
          <p:cNvPr id="48" name="吹き出し: 四角形 47">
            <a:extLst>
              <a:ext uri="{FF2B5EF4-FFF2-40B4-BE49-F238E27FC236}">
                <a16:creationId xmlns:a16="http://schemas.microsoft.com/office/drawing/2014/main" id="{1009AE20-A3C2-27FA-61A5-4802192EF0AD}"/>
              </a:ext>
            </a:extLst>
          </p:cNvPr>
          <p:cNvSpPr/>
          <p:nvPr/>
        </p:nvSpPr>
        <p:spPr>
          <a:xfrm>
            <a:off x="6876277" y="2812236"/>
            <a:ext cx="1771838" cy="679217"/>
          </a:xfrm>
          <a:prstGeom prst="wedgeRectCallout">
            <a:avLst>
              <a:gd name="adj1" fmla="val -10554"/>
              <a:gd name="adj2" fmla="val 6089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latin typeface="+mj-ea"/>
                <a:ea typeface="+mj-ea"/>
              </a:rPr>
              <a:t>NF</a:t>
            </a:r>
            <a:r>
              <a:rPr lang="ja-JP" altLang="en-US" b="1" dirty="0">
                <a:solidFill>
                  <a:schemeClr val="tx1"/>
                </a:solidFill>
                <a:latin typeface="+mj-ea"/>
                <a:ea typeface="+mj-ea"/>
              </a:rPr>
              <a:t>固有の処理</a:t>
            </a:r>
            <a:endParaRPr lang="en-US" altLang="ja-JP" b="1" dirty="0">
              <a:solidFill>
                <a:schemeClr val="tx1"/>
              </a:solidFill>
              <a:latin typeface="+mj-ea"/>
              <a:ea typeface="+mj-ea"/>
            </a:endParaRPr>
          </a:p>
          <a:p>
            <a:pPr algn="ctr"/>
            <a:r>
              <a:rPr lang="en-US" altLang="ja-JP" b="1" dirty="0">
                <a:solidFill>
                  <a:schemeClr val="tx1"/>
                </a:solidFill>
                <a:latin typeface="+mj-ea"/>
                <a:ea typeface="+mj-ea"/>
              </a:rPr>
              <a:t>(</a:t>
            </a:r>
            <a:r>
              <a:rPr lang="ja-JP" altLang="en-US" b="1" dirty="0">
                <a:solidFill>
                  <a:schemeClr val="tx1"/>
                </a:solidFill>
                <a:latin typeface="+mj-ea"/>
                <a:ea typeface="+mj-ea"/>
              </a:rPr>
              <a:t>本処理</a:t>
            </a:r>
            <a:r>
              <a:rPr lang="en-US" altLang="ja-JP" b="1" dirty="0">
                <a:solidFill>
                  <a:schemeClr val="tx1"/>
                </a:solidFill>
                <a:latin typeface="+mj-ea"/>
                <a:ea typeface="+mj-ea"/>
              </a:rPr>
              <a:t>)</a:t>
            </a:r>
          </a:p>
        </p:txBody>
      </p:sp>
      <p:sp>
        <p:nvSpPr>
          <p:cNvPr id="53" name="矢印: 右 52">
            <a:extLst>
              <a:ext uri="{FF2B5EF4-FFF2-40B4-BE49-F238E27FC236}">
                <a16:creationId xmlns:a16="http://schemas.microsoft.com/office/drawing/2014/main" id="{267CB9BB-E635-3D9A-24B2-A1F12230839C}"/>
              </a:ext>
            </a:extLst>
          </p:cNvPr>
          <p:cNvSpPr/>
          <p:nvPr/>
        </p:nvSpPr>
        <p:spPr>
          <a:xfrm>
            <a:off x="380542" y="5355636"/>
            <a:ext cx="558800" cy="345440"/>
          </a:xfrm>
          <a:prstGeom prst="rightArrow">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矢印: 右 53">
            <a:extLst>
              <a:ext uri="{FF2B5EF4-FFF2-40B4-BE49-F238E27FC236}">
                <a16:creationId xmlns:a16="http://schemas.microsoft.com/office/drawing/2014/main" id="{231D2F11-B5CA-E233-7EF7-3DA49AD16417}"/>
              </a:ext>
            </a:extLst>
          </p:cNvPr>
          <p:cNvSpPr/>
          <p:nvPr/>
        </p:nvSpPr>
        <p:spPr>
          <a:xfrm>
            <a:off x="380542" y="5681774"/>
            <a:ext cx="558800" cy="345440"/>
          </a:xfrm>
          <a:prstGeom prst="rightArrow">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矢印: 右 55">
            <a:extLst>
              <a:ext uri="{FF2B5EF4-FFF2-40B4-BE49-F238E27FC236}">
                <a16:creationId xmlns:a16="http://schemas.microsoft.com/office/drawing/2014/main" id="{036F4C35-5B78-275A-DAD0-1DCE905433E1}"/>
              </a:ext>
            </a:extLst>
          </p:cNvPr>
          <p:cNvSpPr/>
          <p:nvPr/>
        </p:nvSpPr>
        <p:spPr>
          <a:xfrm>
            <a:off x="380542" y="6225322"/>
            <a:ext cx="558800" cy="345440"/>
          </a:xfrm>
          <a:prstGeom prst="rightArrow">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2" name="直線コネクタ 31">
            <a:extLst>
              <a:ext uri="{FF2B5EF4-FFF2-40B4-BE49-F238E27FC236}">
                <a16:creationId xmlns:a16="http://schemas.microsoft.com/office/drawing/2014/main" id="{2E6065DF-51BF-427C-D069-C8720B769656}"/>
              </a:ext>
            </a:extLst>
          </p:cNvPr>
          <p:cNvCxnSpPr>
            <a:cxnSpLocks/>
          </p:cNvCxnSpPr>
          <p:nvPr/>
        </p:nvCxnSpPr>
        <p:spPr>
          <a:xfrm>
            <a:off x="936822" y="4960742"/>
            <a:ext cx="2915219" cy="0"/>
          </a:xfrm>
          <a:prstGeom prst="line">
            <a:avLst/>
          </a:prstGeom>
          <a:ln w="38100">
            <a:solidFill>
              <a:srgbClr val="FF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77" name="グループ化 76">
            <a:extLst>
              <a:ext uri="{FF2B5EF4-FFF2-40B4-BE49-F238E27FC236}">
                <a16:creationId xmlns:a16="http://schemas.microsoft.com/office/drawing/2014/main" id="{27AE2E75-50A0-E3EB-41E7-8D63B70FDB87}"/>
              </a:ext>
            </a:extLst>
          </p:cNvPr>
          <p:cNvGrpSpPr/>
          <p:nvPr/>
        </p:nvGrpSpPr>
        <p:grpSpPr>
          <a:xfrm>
            <a:off x="783104" y="5098659"/>
            <a:ext cx="2904139" cy="1452623"/>
            <a:chOff x="536511" y="5259048"/>
            <a:chExt cx="2904139" cy="1452623"/>
          </a:xfrm>
        </p:grpSpPr>
        <p:pic>
          <p:nvPicPr>
            <p:cNvPr id="58" name="図 57">
              <a:extLst>
                <a:ext uri="{FF2B5EF4-FFF2-40B4-BE49-F238E27FC236}">
                  <a16:creationId xmlns:a16="http://schemas.microsoft.com/office/drawing/2014/main" id="{2A3AD447-7E56-355B-C6E4-F975CFC5DD5E}"/>
                </a:ext>
              </a:extLst>
            </p:cNvPr>
            <p:cNvPicPr>
              <a:picLocks noChangeAspect="1"/>
            </p:cNvPicPr>
            <p:nvPr/>
          </p:nvPicPr>
          <p:blipFill>
            <a:blip r:embed="rId4">
              <a:extLst>
                <a:ext uri="{28A0092B-C50C-407E-A947-70E740481C1C}">
                  <a14:useLocalDpi xmlns:a14="http://schemas.microsoft.com/office/drawing/2010/main" val="0"/>
                </a:ext>
              </a:extLst>
            </a:blip>
            <a:srcRect l="33079"/>
            <a:stretch>
              <a:fillRect/>
            </a:stretch>
          </p:blipFill>
          <p:spPr>
            <a:xfrm>
              <a:off x="969253" y="5297009"/>
              <a:ext cx="2471397" cy="1400910"/>
            </a:xfrm>
            <a:prstGeom prst="rect">
              <a:avLst/>
            </a:prstGeom>
          </p:spPr>
        </p:pic>
        <p:sp>
          <p:nvSpPr>
            <p:cNvPr id="60" name="テキスト ボックス 59">
              <a:extLst>
                <a:ext uri="{FF2B5EF4-FFF2-40B4-BE49-F238E27FC236}">
                  <a16:creationId xmlns:a16="http://schemas.microsoft.com/office/drawing/2014/main" id="{F1E4FF95-BBEC-134B-496B-FA9316FFFA5C}"/>
                </a:ext>
              </a:extLst>
            </p:cNvPr>
            <p:cNvSpPr txBox="1"/>
            <p:nvPr/>
          </p:nvSpPr>
          <p:spPr>
            <a:xfrm>
              <a:off x="536511" y="5283257"/>
              <a:ext cx="542521" cy="338554"/>
            </a:xfrm>
            <a:prstGeom prst="rect">
              <a:avLst/>
            </a:prstGeom>
            <a:noFill/>
          </p:spPr>
          <p:txBody>
            <a:bodyPr wrap="square">
              <a:spAutoFit/>
            </a:bodyPr>
            <a:lstStyle/>
            <a:p>
              <a:r>
                <a:rPr lang="en-US" altLang="ja-JP" sz="1600" dirty="0">
                  <a:solidFill>
                    <a:schemeClr val="bg1"/>
                  </a:solidFill>
                </a:rPr>
                <a:t>No.</a:t>
              </a:r>
              <a:endParaRPr lang="en-US" sz="1600" dirty="0">
                <a:solidFill>
                  <a:schemeClr val="bg1"/>
                </a:solidFill>
              </a:endParaRPr>
            </a:p>
          </p:txBody>
        </p:sp>
        <p:sp>
          <p:nvSpPr>
            <p:cNvPr id="66" name="テキスト ボックス 65">
              <a:extLst>
                <a:ext uri="{FF2B5EF4-FFF2-40B4-BE49-F238E27FC236}">
                  <a16:creationId xmlns:a16="http://schemas.microsoft.com/office/drawing/2014/main" id="{C3DE631D-EAD7-63EC-AE98-090E250FA169}"/>
                </a:ext>
              </a:extLst>
            </p:cNvPr>
            <p:cNvSpPr txBox="1"/>
            <p:nvPr/>
          </p:nvSpPr>
          <p:spPr>
            <a:xfrm>
              <a:off x="1287435" y="5259048"/>
              <a:ext cx="597480" cy="338554"/>
            </a:xfrm>
            <a:prstGeom prst="rect">
              <a:avLst/>
            </a:prstGeom>
            <a:noFill/>
          </p:spPr>
          <p:txBody>
            <a:bodyPr wrap="square">
              <a:spAutoFit/>
            </a:bodyPr>
            <a:lstStyle/>
            <a:p>
              <a:r>
                <a:rPr lang="en-US" altLang="ja-JP" sz="1600" dirty="0">
                  <a:solidFill>
                    <a:schemeClr val="bg1"/>
                  </a:solidFill>
                </a:rPr>
                <a:t>key</a:t>
              </a:r>
              <a:endParaRPr lang="en-US" sz="1600" dirty="0">
                <a:solidFill>
                  <a:schemeClr val="bg1"/>
                </a:solidFill>
              </a:endParaRPr>
            </a:p>
          </p:txBody>
        </p:sp>
        <p:sp>
          <p:nvSpPr>
            <p:cNvPr id="67" name="テキスト ボックス 66">
              <a:extLst>
                <a:ext uri="{FF2B5EF4-FFF2-40B4-BE49-F238E27FC236}">
                  <a16:creationId xmlns:a16="http://schemas.microsoft.com/office/drawing/2014/main" id="{6EE0FE87-491C-A22F-5981-243EFA4A7EA0}"/>
                </a:ext>
              </a:extLst>
            </p:cNvPr>
            <p:cNvSpPr txBox="1"/>
            <p:nvPr/>
          </p:nvSpPr>
          <p:spPr>
            <a:xfrm>
              <a:off x="2353851" y="5259048"/>
              <a:ext cx="887164" cy="338554"/>
            </a:xfrm>
            <a:prstGeom prst="rect">
              <a:avLst/>
            </a:prstGeom>
            <a:noFill/>
          </p:spPr>
          <p:txBody>
            <a:bodyPr wrap="square">
              <a:spAutoFit/>
            </a:bodyPr>
            <a:lstStyle/>
            <a:p>
              <a:r>
                <a:rPr lang="en-US" sz="1600" dirty="0">
                  <a:solidFill>
                    <a:schemeClr val="bg1"/>
                  </a:solidFill>
                </a:rPr>
                <a:t>action</a:t>
              </a:r>
            </a:p>
          </p:txBody>
        </p:sp>
        <p:sp>
          <p:nvSpPr>
            <p:cNvPr id="68" name="テキスト ボックス 67">
              <a:extLst>
                <a:ext uri="{FF2B5EF4-FFF2-40B4-BE49-F238E27FC236}">
                  <a16:creationId xmlns:a16="http://schemas.microsoft.com/office/drawing/2014/main" id="{45B111C4-0BF3-DEAD-4EAB-2479F943F820}"/>
                </a:ext>
              </a:extLst>
            </p:cNvPr>
            <p:cNvSpPr txBox="1"/>
            <p:nvPr/>
          </p:nvSpPr>
          <p:spPr>
            <a:xfrm>
              <a:off x="690229" y="5544608"/>
              <a:ext cx="542521" cy="338554"/>
            </a:xfrm>
            <a:prstGeom prst="rect">
              <a:avLst/>
            </a:prstGeom>
            <a:noFill/>
          </p:spPr>
          <p:txBody>
            <a:bodyPr wrap="square">
              <a:spAutoFit/>
            </a:bodyPr>
            <a:lstStyle/>
            <a:p>
              <a:r>
                <a:rPr lang="en-US" altLang="ja-JP" sz="1600" dirty="0"/>
                <a:t>1</a:t>
              </a:r>
              <a:endParaRPr lang="en-US" sz="1600" dirty="0"/>
            </a:p>
          </p:txBody>
        </p:sp>
        <p:sp>
          <p:nvSpPr>
            <p:cNvPr id="69" name="テキスト ボックス 68">
              <a:extLst>
                <a:ext uri="{FF2B5EF4-FFF2-40B4-BE49-F238E27FC236}">
                  <a16:creationId xmlns:a16="http://schemas.microsoft.com/office/drawing/2014/main" id="{9DC0B844-3AEE-0E60-3EA5-6173B87F15A6}"/>
                </a:ext>
              </a:extLst>
            </p:cNvPr>
            <p:cNvSpPr txBox="1"/>
            <p:nvPr/>
          </p:nvSpPr>
          <p:spPr>
            <a:xfrm>
              <a:off x="690229" y="5812214"/>
              <a:ext cx="542521" cy="338554"/>
            </a:xfrm>
            <a:prstGeom prst="rect">
              <a:avLst/>
            </a:prstGeom>
            <a:noFill/>
          </p:spPr>
          <p:txBody>
            <a:bodyPr wrap="square">
              <a:spAutoFit/>
            </a:bodyPr>
            <a:lstStyle/>
            <a:p>
              <a:r>
                <a:rPr lang="en-US" altLang="ja-JP" sz="1600" dirty="0"/>
                <a:t>2</a:t>
              </a:r>
              <a:endParaRPr lang="en-US" sz="1600" dirty="0"/>
            </a:p>
          </p:txBody>
        </p:sp>
        <p:sp>
          <p:nvSpPr>
            <p:cNvPr id="70" name="テキスト ボックス 69">
              <a:extLst>
                <a:ext uri="{FF2B5EF4-FFF2-40B4-BE49-F238E27FC236}">
                  <a16:creationId xmlns:a16="http://schemas.microsoft.com/office/drawing/2014/main" id="{3DA6CE23-77CE-4239-2106-C699A2702304}"/>
                </a:ext>
              </a:extLst>
            </p:cNvPr>
            <p:cNvSpPr txBox="1"/>
            <p:nvPr/>
          </p:nvSpPr>
          <p:spPr>
            <a:xfrm>
              <a:off x="690229" y="6373117"/>
              <a:ext cx="542521" cy="338554"/>
            </a:xfrm>
            <a:prstGeom prst="rect">
              <a:avLst/>
            </a:prstGeom>
            <a:noFill/>
          </p:spPr>
          <p:txBody>
            <a:bodyPr wrap="square">
              <a:spAutoFit/>
            </a:bodyPr>
            <a:lstStyle/>
            <a:p>
              <a:r>
                <a:rPr lang="en-US" sz="1600" dirty="0"/>
                <a:t>n</a:t>
              </a:r>
            </a:p>
          </p:txBody>
        </p:sp>
        <p:grpSp>
          <p:nvGrpSpPr>
            <p:cNvPr id="74" name="グループ化 73">
              <a:extLst>
                <a:ext uri="{FF2B5EF4-FFF2-40B4-BE49-F238E27FC236}">
                  <a16:creationId xmlns:a16="http://schemas.microsoft.com/office/drawing/2014/main" id="{297A3F32-7524-4EBB-DBC1-4BD4FAEED5DC}"/>
                </a:ext>
              </a:extLst>
            </p:cNvPr>
            <p:cNvGrpSpPr/>
            <p:nvPr/>
          </p:nvGrpSpPr>
          <p:grpSpPr>
            <a:xfrm rot="5400000">
              <a:off x="564061" y="6076831"/>
              <a:ext cx="520064" cy="354476"/>
              <a:chOff x="1007159" y="5961742"/>
              <a:chExt cx="542518" cy="338554"/>
            </a:xfrm>
          </p:grpSpPr>
          <p:sp>
            <p:nvSpPr>
              <p:cNvPr id="71" name="テキスト ボックス 70">
                <a:extLst>
                  <a:ext uri="{FF2B5EF4-FFF2-40B4-BE49-F238E27FC236}">
                    <a16:creationId xmlns:a16="http://schemas.microsoft.com/office/drawing/2014/main" id="{BEB1A430-EFB0-F56C-EF04-DE76F6FAE6CA}"/>
                  </a:ext>
                </a:extLst>
              </p:cNvPr>
              <p:cNvSpPr txBox="1"/>
              <p:nvPr/>
            </p:nvSpPr>
            <p:spPr>
              <a:xfrm>
                <a:off x="1007159" y="5961742"/>
                <a:ext cx="349202" cy="338554"/>
              </a:xfrm>
              <a:prstGeom prst="rect">
                <a:avLst/>
              </a:prstGeom>
              <a:noFill/>
            </p:spPr>
            <p:txBody>
              <a:bodyPr wrap="square">
                <a:spAutoFit/>
              </a:bodyPr>
              <a:lstStyle/>
              <a:p>
                <a:r>
                  <a:rPr lang="ja-JP" altLang="en-US" sz="1600" dirty="0"/>
                  <a:t>・</a:t>
                </a:r>
                <a:endParaRPr lang="en-US" sz="1600" dirty="0"/>
              </a:p>
            </p:txBody>
          </p:sp>
          <p:sp>
            <p:nvSpPr>
              <p:cNvPr id="72" name="テキスト ボックス 71">
                <a:extLst>
                  <a:ext uri="{FF2B5EF4-FFF2-40B4-BE49-F238E27FC236}">
                    <a16:creationId xmlns:a16="http://schemas.microsoft.com/office/drawing/2014/main" id="{239976C0-16F8-0F46-E1FB-E2CD47869A9F}"/>
                  </a:ext>
                </a:extLst>
              </p:cNvPr>
              <p:cNvSpPr txBox="1"/>
              <p:nvPr/>
            </p:nvSpPr>
            <p:spPr>
              <a:xfrm>
                <a:off x="1103817" y="5961742"/>
                <a:ext cx="349202" cy="338554"/>
              </a:xfrm>
              <a:prstGeom prst="rect">
                <a:avLst/>
              </a:prstGeom>
              <a:noFill/>
            </p:spPr>
            <p:txBody>
              <a:bodyPr wrap="square">
                <a:spAutoFit/>
              </a:bodyPr>
              <a:lstStyle/>
              <a:p>
                <a:r>
                  <a:rPr lang="ja-JP" altLang="en-US" sz="1600" dirty="0"/>
                  <a:t>・</a:t>
                </a:r>
                <a:endParaRPr lang="en-US" sz="1600" dirty="0"/>
              </a:p>
            </p:txBody>
          </p:sp>
          <p:sp>
            <p:nvSpPr>
              <p:cNvPr id="73" name="テキスト ボックス 72">
                <a:extLst>
                  <a:ext uri="{FF2B5EF4-FFF2-40B4-BE49-F238E27FC236}">
                    <a16:creationId xmlns:a16="http://schemas.microsoft.com/office/drawing/2014/main" id="{42BCFB15-39FE-5A5F-56BD-201259353597}"/>
                  </a:ext>
                </a:extLst>
              </p:cNvPr>
              <p:cNvSpPr txBox="1"/>
              <p:nvPr/>
            </p:nvSpPr>
            <p:spPr>
              <a:xfrm>
                <a:off x="1200475" y="5961742"/>
                <a:ext cx="349202" cy="338554"/>
              </a:xfrm>
              <a:prstGeom prst="rect">
                <a:avLst/>
              </a:prstGeom>
              <a:noFill/>
            </p:spPr>
            <p:txBody>
              <a:bodyPr wrap="square">
                <a:spAutoFit/>
              </a:bodyPr>
              <a:lstStyle/>
              <a:p>
                <a:r>
                  <a:rPr lang="ja-JP" altLang="en-US" sz="1600" dirty="0"/>
                  <a:t>・</a:t>
                </a:r>
                <a:endParaRPr lang="en-US" sz="1600" dirty="0"/>
              </a:p>
            </p:txBody>
          </p:sp>
        </p:grpSp>
      </p:grpSp>
      <p:sp>
        <p:nvSpPr>
          <p:cNvPr id="83" name="二等辺三角形 82">
            <a:extLst>
              <a:ext uri="{FF2B5EF4-FFF2-40B4-BE49-F238E27FC236}">
                <a16:creationId xmlns:a16="http://schemas.microsoft.com/office/drawing/2014/main" id="{6AB48467-8E79-BAFA-1843-190B9D66FC65}"/>
              </a:ext>
            </a:extLst>
          </p:cNvPr>
          <p:cNvSpPr/>
          <p:nvPr/>
        </p:nvSpPr>
        <p:spPr>
          <a:xfrm flipV="1">
            <a:off x="591180" y="3643851"/>
            <a:ext cx="2009264" cy="152450"/>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テキスト ボックス 4">
            <a:extLst>
              <a:ext uri="{FF2B5EF4-FFF2-40B4-BE49-F238E27FC236}">
                <a16:creationId xmlns:a16="http://schemas.microsoft.com/office/drawing/2014/main" id="{3931B65E-DF31-0650-1DB2-8AF84A3CC7DF}"/>
              </a:ext>
            </a:extLst>
          </p:cNvPr>
          <p:cNvSpPr txBox="1"/>
          <p:nvPr/>
        </p:nvSpPr>
        <p:spPr>
          <a:xfrm>
            <a:off x="1442593" y="5428725"/>
            <a:ext cx="887164" cy="246221"/>
          </a:xfrm>
          <a:prstGeom prst="rect">
            <a:avLst/>
          </a:prstGeom>
          <a:noFill/>
        </p:spPr>
        <p:txBody>
          <a:bodyPr wrap="square">
            <a:spAutoFit/>
          </a:bodyPr>
          <a:lstStyle/>
          <a:p>
            <a:r>
              <a:rPr lang="en-US" sz="1000" dirty="0" err="1"/>
              <a:t>dst_ip</a:t>
            </a:r>
            <a:r>
              <a:rPr lang="en-US" sz="1000" dirty="0"/>
              <a:t>=</a:t>
            </a:r>
            <a:r>
              <a:rPr lang="ja-JP" altLang="en-US" sz="1000" dirty="0"/>
              <a:t>〇</a:t>
            </a:r>
            <a:endParaRPr lang="en-US" sz="1000" dirty="0"/>
          </a:p>
        </p:txBody>
      </p:sp>
      <p:sp>
        <p:nvSpPr>
          <p:cNvPr id="10" name="テキスト ボックス 9">
            <a:extLst>
              <a:ext uri="{FF2B5EF4-FFF2-40B4-BE49-F238E27FC236}">
                <a16:creationId xmlns:a16="http://schemas.microsoft.com/office/drawing/2014/main" id="{AC81A594-1148-FF15-CCF3-5ADD8949ECE3}"/>
              </a:ext>
            </a:extLst>
          </p:cNvPr>
          <p:cNvSpPr txBox="1"/>
          <p:nvPr/>
        </p:nvSpPr>
        <p:spPr>
          <a:xfrm>
            <a:off x="1379565" y="5638073"/>
            <a:ext cx="943399" cy="400110"/>
          </a:xfrm>
          <a:prstGeom prst="rect">
            <a:avLst/>
          </a:prstGeom>
          <a:noFill/>
        </p:spPr>
        <p:txBody>
          <a:bodyPr wrap="square">
            <a:spAutoFit/>
          </a:bodyPr>
          <a:lstStyle/>
          <a:p>
            <a:r>
              <a:rPr lang="en-US" sz="1000" dirty="0" err="1"/>
              <a:t>src_mac</a:t>
            </a:r>
            <a:r>
              <a:rPr lang="en-US" sz="1000" dirty="0"/>
              <a:t>=</a:t>
            </a:r>
            <a:r>
              <a:rPr lang="ja-JP" altLang="en-US" sz="1000" dirty="0"/>
              <a:t>△</a:t>
            </a:r>
            <a:endParaRPr lang="en-US" altLang="ja-JP" sz="1000" dirty="0"/>
          </a:p>
          <a:p>
            <a:r>
              <a:rPr lang="en-US" altLang="ja-JP" sz="1000" dirty="0" err="1"/>
              <a:t>src_port</a:t>
            </a:r>
            <a:r>
              <a:rPr lang="en-US" altLang="ja-JP" sz="1000" dirty="0"/>
              <a:t>=</a:t>
            </a:r>
            <a:r>
              <a:rPr lang="ja-JP" altLang="en-US" sz="1000" dirty="0"/>
              <a:t>□</a:t>
            </a:r>
            <a:endParaRPr lang="en-US" sz="1000" dirty="0"/>
          </a:p>
        </p:txBody>
      </p:sp>
      <p:sp>
        <p:nvSpPr>
          <p:cNvPr id="14" name="テキスト ボックス 13">
            <a:extLst>
              <a:ext uri="{FF2B5EF4-FFF2-40B4-BE49-F238E27FC236}">
                <a16:creationId xmlns:a16="http://schemas.microsoft.com/office/drawing/2014/main" id="{0544002F-D658-70C9-6409-43218C892B00}"/>
              </a:ext>
            </a:extLst>
          </p:cNvPr>
          <p:cNvSpPr txBox="1"/>
          <p:nvPr/>
        </p:nvSpPr>
        <p:spPr>
          <a:xfrm>
            <a:off x="1386358" y="6181950"/>
            <a:ext cx="943399" cy="400110"/>
          </a:xfrm>
          <a:prstGeom prst="rect">
            <a:avLst/>
          </a:prstGeom>
          <a:noFill/>
        </p:spPr>
        <p:txBody>
          <a:bodyPr wrap="square">
            <a:spAutoFit/>
          </a:bodyPr>
          <a:lstStyle/>
          <a:p>
            <a:r>
              <a:rPr lang="en-US" sz="1000" dirty="0" err="1"/>
              <a:t>dst_ip</a:t>
            </a:r>
            <a:r>
              <a:rPr lang="en-US" sz="1000" dirty="0"/>
              <a:t>=</a:t>
            </a:r>
            <a:r>
              <a:rPr lang="ja-JP" altLang="en-US" sz="1000" dirty="0"/>
              <a:t>●</a:t>
            </a:r>
            <a:endParaRPr lang="en-US" altLang="ja-JP" sz="1000" dirty="0"/>
          </a:p>
          <a:p>
            <a:r>
              <a:rPr lang="en-US" altLang="ja-JP" sz="1000" dirty="0" err="1"/>
              <a:t>dst_port</a:t>
            </a:r>
            <a:r>
              <a:rPr lang="en-US" altLang="ja-JP" sz="1000" dirty="0"/>
              <a:t>=</a:t>
            </a:r>
            <a:r>
              <a:rPr lang="ja-JP" altLang="en-US" sz="1000" dirty="0"/>
              <a:t>■</a:t>
            </a:r>
            <a:endParaRPr lang="en-US" sz="1000" dirty="0"/>
          </a:p>
        </p:txBody>
      </p:sp>
      <p:sp>
        <p:nvSpPr>
          <p:cNvPr id="15" name="テキスト ボックス 14">
            <a:extLst>
              <a:ext uri="{FF2B5EF4-FFF2-40B4-BE49-F238E27FC236}">
                <a16:creationId xmlns:a16="http://schemas.microsoft.com/office/drawing/2014/main" id="{4E5D11C1-8D60-18F8-529B-A9097E5504F2}"/>
              </a:ext>
            </a:extLst>
          </p:cNvPr>
          <p:cNvSpPr txBox="1"/>
          <p:nvPr/>
        </p:nvSpPr>
        <p:spPr>
          <a:xfrm>
            <a:off x="2622988" y="5428725"/>
            <a:ext cx="887164" cy="246221"/>
          </a:xfrm>
          <a:prstGeom prst="rect">
            <a:avLst/>
          </a:prstGeom>
          <a:noFill/>
        </p:spPr>
        <p:txBody>
          <a:bodyPr wrap="square">
            <a:spAutoFit/>
          </a:bodyPr>
          <a:lstStyle/>
          <a:p>
            <a:r>
              <a:rPr lang="en-US" sz="1000" dirty="0"/>
              <a:t>action A</a:t>
            </a:r>
          </a:p>
        </p:txBody>
      </p:sp>
      <p:sp>
        <p:nvSpPr>
          <p:cNvPr id="17" name="テキスト ボックス 16">
            <a:extLst>
              <a:ext uri="{FF2B5EF4-FFF2-40B4-BE49-F238E27FC236}">
                <a16:creationId xmlns:a16="http://schemas.microsoft.com/office/drawing/2014/main" id="{36115068-ACBB-9403-B068-E2B72B4C7264}"/>
              </a:ext>
            </a:extLst>
          </p:cNvPr>
          <p:cNvSpPr txBox="1"/>
          <p:nvPr/>
        </p:nvSpPr>
        <p:spPr>
          <a:xfrm>
            <a:off x="2622988" y="5712907"/>
            <a:ext cx="887164" cy="246221"/>
          </a:xfrm>
          <a:prstGeom prst="rect">
            <a:avLst/>
          </a:prstGeom>
          <a:noFill/>
        </p:spPr>
        <p:txBody>
          <a:bodyPr wrap="square">
            <a:spAutoFit/>
          </a:bodyPr>
          <a:lstStyle/>
          <a:p>
            <a:r>
              <a:rPr lang="en-US" sz="1000" dirty="0"/>
              <a:t>action B</a:t>
            </a:r>
          </a:p>
        </p:txBody>
      </p:sp>
      <p:sp>
        <p:nvSpPr>
          <p:cNvPr id="18" name="テキスト ボックス 17">
            <a:extLst>
              <a:ext uri="{FF2B5EF4-FFF2-40B4-BE49-F238E27FC236}">
                <a16:creationId xmlns:a16="http://schemas.microsoft.com/office/drawing/2014/main" id="{57B41847-6F77-1309-A18E-2A33C2AD05A9}"/>
              </a:ext>
            </a:extLst>
          </p:cNvPr>
          <p:cNvSpPr txBox="1"/>
          <p:nvPr/>
        </p:nvSpPr>
        <p:spPr>
          <a:xfrm>
            <a:off x="2622988" y="6265120"/>
            <a:ext cx="887164" cy="246221"/>
          </a:xfrm>
          <a:prstGeom prst="rect">
            <a:avLst/>
          </a:prstGeom>
          <a:noFill/>
        </p:spPr>
        <p:txBody>
          <a:bodyPr wrap="square">
            <a:spAutoFit/>
          </a:bodyPr>
          <a:lstStyle/>
          <a:p>
            <a:r>
              <a:rPr lang="en-US" sz="1000" dirty="0"/>
              <a:t>action N</a:t>
            </a:r>
          </a:p>
        </p:txBody>
      </p:sp>
      <p:cxnSp>
        <p:nvCxnSpPr>
          <p:cNvPr id="26" name="コネクタ: カギ線 25">
            <a:extLst>
              <a:ext uri="{FF2B5EF4-FFF2-40B4-BE49-F238E27FC236}">
                <a16:creationId xmlns:a16="http://schemas.microsoft.com/office/drawing/2014/main" id="{D0C621FF-CFEA-B421-F681-5AE7904CD989}"/>
              </a:ext>
            </a:extLst>
          </p:cNvPr>
          <p:cNvCxnSpPr>
            <a:cxnSpLocks/>
          </p:cNvCxnSpPr>
          <p:nvPr/>
        </p:nvCxnSpPr>
        <p:spPr>
          <a:xfrm rot="16200000" flipH="1">
            <a:off x="4077411" y="5730733"/>
            <a:ext cx="524246" cy="464931"/>
          </a:xfrm>
          <a:prstGeom prst="bentConnector3">
            <a:avLst>
              <a:gd name="adj1" fmla="val 99783"/>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吹き出し: 角を丸めた四角形 22">
            <a:extLst>
              <a:ext uri="{FF2B5EF4-FFF2-40B4-BE49-F238E27FC236}">
                <a16:creationId xmlns:a16="http://schemas.microsoft.com/office/drawing/2014/main" id="{C37E5F78-FB65-436A-F708-4356F6E1BBDC}"/>
              </a:ext>
            </a:extLst>
          </p:cNvPr>
          <p:cNvSpPr/>
          <p:nvPr/>
        </p:nvSpPr>
        <p:spPr>
          <a:xfrm>
            <a:off x="3793933" y="5252251"/>
            <a:ext cx="2610893" cy="526570"/>
          </a:xfrm>
          <a:prstGeom prst="wedgeRoundRectCallout">
            <a:avLst>
              <a:gd name="adj1" fmla="val -47465"/>
              <a:gd name="adj2" fmla="val -99855"/>
              <a:gd name="adj3" fmla="val 16667"/>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j-ea"/>
                <a:ea typeface="+mj-ea"/>
              </a:rPr>
              <a:t>処理に伴う性能低下</a:t>
            </a:r>
            <a:endParaRPr lang="en-US" dirty="0">
              <a:solidFill>
                <a:schemeClr val="tx1"/>
              </a:solidFill>
              <a:latin typeface="+mj-ea"/>
              <a:ea typeface="+mj-ea"/>
            </a:endParaRPr>
          </a:p>
        </p:txBody>
      </p:sp>
      <p:sp>
        <p:nvSpPr>
          <p:cNvPr id="6" name="テキスト ボックス 5">
            <a:extLst>
              <a:ext uri="{FF2B5EF4-FFF2-40B4-BE49-F238E27FC236}">
                <a16:creationId xmlns:a16="http://schemas.microsoft.com/office/drawing/2014/main" id="{E0E31FBC-CD2A-91DF-79F4-80CECDB5310B}"/>
              </a:ext>
            </a:extLst>
          </p:cNvPr>
          <p:cNvSpPr txBox="1"/>
          <p:nvPr/>
        </p:nvSpPr>
        <p:spPr>
          <a:xfrm>
            <a:off x="5272495" y="1401331"/>
            <a:ext cx="1365918" cy="369332"/>
          </a:xfrm>
          <a:prstGeom prst="rect">
            <a:avLst/>
          </a:prstGeom>
          <a:solidFill>
            <a:schemeClr val="bg1"/>
          </a:solidFill>
          <a:ln>
            <a:solidFill>
              <a:schemeClr val="bg1"/>
            </a:solidFill>
          </a:ln>
        </p:spPr>
        <p:txBody>
          <a:bodyPr wrap="square">
            <a:spAutoFit/>
          </a:bodyPr>
          <a:lstStyle/>
          <a:p>
            <a:pPr algn="ctr"/>
            <a:r>
              <a:rPr lang="ja-JP" altLang="en-US" dirty="0">
                <a:latin typeface="+mj-ea"/>
                <a:ea typeface="+mj-ea"/>
              </a:rPr>
              <a:t>デメリット</a:t>
            </a:r>
            <a:endParaRPr lang="en-US" dirty="0"/>
          </a:p>
        </p:txBody>
      </p:sp>
    </p:spTree>
    <p:extLst>
      <p:ext uri="{BB962C8B-B14F-4D97-AF65-F5344CB8AC3E}">
        <p14:creationId xmlns:p14="http://schemas.microsoft.com/office/powerpoint/2010/main" val="4220145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fade">
                                      <p:cBhvr>
                                        <p:cTn id="16" dur="500"/>
                                        <p:tgtEl>
                                          <p:spTgt spid="4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500"/>
                                        <p:tgtEl>
                                          <p:spTgt spid="4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fade">
                                      <p:cBhvr>
                                        <p:cTn id="44" dur="500"/>
                                        <p:tgtEl>
                                          <p:spTgt spid="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childTnLst>
                          </p:cTn>
                        </p:par>
                        <p:par>
                          <p:cTn id="53" fill="hold">
                            <p:stCondLst>
                              <p:cond delay="500"/>
                            </p:stCondLst>
                            <p:childTnLst>
                              <p:par>
                                <p:cTn id="54" presetID="10" presetClass="entr" presetSubtype="0" fill="hold" grpId="0" nodeType="afterEffect">
                                  <p:stCondLst>
                                    <p:cond delay="0"/>
                                  </p:stCondLst>
                                  <p:childTnLst>
                                    <p:set>
                                      <p:cBhvr>
                                        <p:cTn id="55" dur="1" fill="hold">
                                          <p:stCondLst>
                                            <p:cond delay="0"/>
                                          </p:stCondLst>
                                        </p:cTn>
                                        <p:tgtEl>
                                          <p:spTgt spid="83"/>
                                        </p:tgtEl>
                                        <p:attrNameLst>
                                          <p:attrName>style.visibility</p:attrName>
                                        </p:attrNameLst>
                                      </p:cBhvr>
                                      <p:to>
                                        <p:strVal val="visible"/>
                                      </p:to>
                                    </p:set>
                                    <p:animEffect transition="in" filter="fade">
                                      <p:cBhvr>
                                        <p:cTn id="56" dur="500"/>
                                        <p:tgtEl>
                                          <p:spTgt spid="83"/>
                                        </p:tgtEl>
                                      </p:cBhvr>
                                    </p:animEffect>
                                  </p:childTnLst>
                                </p:cTn>
                              </p:par>
                              <p:par>
                                <p:cTn id="57" presetID="10" presetClass="entr" presetSubtype="0" fill="hold" nodeType="with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Effect transition="in" filter="fade">
                                      <p:cBhvr>
                                        <p:cTn id="59" dur="500"/>
                                        <p:tgtEl>
                                          <p:spTgt spid="3">
                                            <p:txEl>
                                              <p:pRg st="8" end="8"/>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
                                            <p:txEl>
                                              <p:pRg st="9" end="9"/>
                                            </p:txEl>
                                          </p:spTgt>
                                        </p:tgtEl>
                                        <p:attrNameLst>
                                          <p:attrName>style.visibility</p:attrName>
                                        </p:attrNameLst>
                                      </p:cBhvr>
                                      <p:to>
                                        <p:strVal val="visible"/>
                                      </p:to>
                                    </p:set>
                                    <p:animEffect transition="in" filter="fade">
                                      <p:cBhvr>
                                        <p:cTn id="64" dur="500"/>
                                        <p:tgtEl>
                                          <p:spTgt spid="3">
                                            <p:txEl>
                                              <p:pRg st="9" end="9"/>
                                            </p:txEl>
                                          </p:spTgt>
                                        </p:tgtEl>
                                      </p:cBhvr>
                                    </p:animEffect>
                                  </p:childTnLst>
                                </p:cTn>
                              </p:par>
                              <p:par>
                                <p:cTn id="65" presetID="10" presetClass="entr" presetSubtype="0" fill="hold" nodeType="with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Effect transition="in" filter="fade">
                                      <p:cBhvr>
                                        <p:cTn id="67" dur="500"/>
                                        <p:tgtEl>
                                          <p:spTgt spid="3">
                                            <p:txEl>
                                              <p:pRg st="10" end="1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500"/>
                                        <p:tgtEl>
                                          <p:spTgt spid="32"/>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77"/>
                                        </p:tgtEl>
                                        <p:attrNameLst>
                                          <p:attrName>style.visibility</p:attrName>
                                        </p:attrNameLst>
                                      </p:cBhvr>
                                      <p:to>
                                        <p:strVal val="visible"/>
                                      </p:to>
                                    </p:set>
                                    <p:animEffect transition="in" filter="fade">
                                      <p:cBhvr>
                                        <p:cTn id="77" dur="500"/>
                                        <p:tgtEl>
                                          <p:spTgt spid="7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0"/>
                                        </p:tgtEl>
                                        <p:attrNameLst>
                                          <p:attrName>style.visibility</p:attrName>
                                        </p:attrNameLst>
                                      </p:cBhvr>
                                      <p:to>
                                        <p:strVal val="visible"/>
                                      </p:to>
                                    </p:set>
                                    <p:animEffect transition="in" filter="fade">
                                      <p:cBhvr>
                                        <p:cTn id="80" dur="500"/>
                                        <p:tgtEl>
                                          <p:spTgt spid="1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
                                        </p:tgtEl>
                                        <p:attrNameLst>
                                          <p:attrName>style.visibility</p:attrName>
                                        </p:attrNameLst>
                                      </p:cBhvr>
                                      <p:to>
                                        <p:strVal val="visible"/>
                                      </p:to>
                                    </p:set>
                                    <p:animEffect transition="in" filter="fade">
                                      <p:cBhvr>
                                        <p:cTn id="83" dur="500"/>
                                        <p:tgtEl>
                                          <p:spTgt spid="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4"/>
                                        </p:tgtEl>
                                        <p:attrNameLst>
                                          <p:attrName>style.visibility</p:attrName>
                                        </p:attrNameLst>
                                      </p:cBhvr>
                                      <p:to>
                                        <p:strVal val="visible"/>
                                      </p:to>
                                    </p:set>
                                    <p:animEffect transition="in" filter="fade">
                                      <p:cBhvr>
                                        <p:cTn id="86" dur="500"/>
                                        <p:tgtEl>
                                          <p:spTgt spid="1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fade">
                                      <p:cBhvr>
                                        <p:cTn id="89" dur="500"/>
                                        <p:tgtEl>
                                          <p:spTgt spid="15"/>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fade">
                                      <p:cBhvr>
                                        <p:cTn id="92" dur="500"/>
                                        <p:tgtEl>
                                          <p:spTgt spid="1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8"/>
                                        </p:tgtEl>
                                        <p:attrNameLst>
                                          <p:attrName>style.visibility</p:attrName>
                                        </p:attrNameLst>
                                      </p:cBhvr>
                                      <p:to>
                                        <p:strVal val="visible"/>
                                      </p:to>
                                    </p:set>
                                    <p:animEffect transition="in" filter="fade">
                                      <p:cBhvr>
                                        <p:cTn id="95" dur="500"/>
                                        <p:tgtEl>
                                          <p:spTgt spid="18"/>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53"/>
                                        </p:tgtEl>
                                        <p:attrNameLst>
                                          <p:attrName>style.visibility</p:attrName>
                                        </p:attrNameLst>
                                      </p:cBhvr>
                                      <p:to>
                                        <p:strVal val="visible"/>
                                      </p:to>
                                    </p:set>
                                    <p:animEffect transition="in" filter="fade">
                                      <p:cBhvr>
                                        <p:cTn id="100" dur="500"/>
                                        <p:tgtEl>
                                          <p:spTgt spid="53"/>
                                        </p:tgtEl>
                                      </p:cBhvr>
                                    </p:animEffect>
                                  </p:childTnLst>
                                </p:cTn>
                              </p:par>
                            </p:childTnLst>
                          </p:cTn>
                        </p:par>
                        <p:par>
                          <p:cTn id="101" fill="hold">
                            <p:stCondLst>
                              <p:cond delay="500"/>
                            </p:stCondLst>
                            <p:childTnLst>
                              <p:par>
                                <p:cTn id="102" presetID="10" presetClass="exit" presetSubtype="0" fill="hold" grpId="1" nodeType="afterEffect">
                                  <p:stCondLst>
                                    <p:cond delay="0"/>
                                  </p:stCondLst>
                                  <p:childTnLst>
                                    <p:animEffect transition="out" filter="fade">
                                      <p:cBhvr>
                                        <p:cTn id="103" dur="500"/>
                                        <p:tgtEl>
                                          <p:spTgt spid="53"/>
                                        </p:tgtEl>
                                      </p:cBhvr>
                                    </p:animEffect>
                                    <p:set>
                                      <p:cBhvr>
                                        <p:cTn id="104" dur="1" fill="hold">
                                          <p:stCondLst>
                                            <p:cond delay="499"/>
                                          </p:stCondLst>
                                        </p:cTn>
                                        <p:tgtEl>
                                          <p:spTgt spid="53"/>
                                        </p:tgtEl>
                                        <p:attrNameLst>
                                          <p:attrName>style.visibility</p:attrName>
                                        </p:attrNameLst>
                                      </p:cBhvr>
                                      <p:to>
                                        <p:strVal val="hidden"/>
                                      </p:to>
                                    </p:set>
                                  </p:childTnLst>
                                </p:cTn>
                              </p:par>
                            </p:childTnLst>
                          </p:cTn>
                        </p:par>
                        <p:par>
                          <p:cTn id="105" fill="hold">
                            <p:stCondLst>
                              <p:cond delay="1000"/>
                            </p:stCondLst>
                            <p:childTnLst>
                              <p:par>
                                <p:cTn id="106" presetID="10" presetClass="entr" presetSubtype="0" fill="hold" grpId="0" nodeType="afterEffect">
                                  <p:stCondLst>
                                    <p:cond delay="0"/>
                                  </p:stCondLst>
                                  <p:childTnLst>
                                    <p:set>
                                      <p:cBhvr>
                                        <p:cTn id="107" dur="1" fill="hold">
                                          <p:stCondLst>
                                            <p:cond delay="0"/>
                                          </p:stCondLst>
                                        </p:cTn>
                                        <p:tgtEl>
                                          <p:spTgt spid="54"/>
                                        </p:tgtEl>
                                        <p:attrNameLst>
                                          <p:attrName>style.visibility</p:attrName>
                                        </p:attrNameLst>
                                      </p:cBhvr>
                                      <p:to>
                                        <p:strVal val="visible"/>
                                      </p:to>
                                    </p:set>
                                    <p:animEffect transition="in" filter="fade">
                                      <p:cBhvr>
                                        <p:cTn id="108" dur="500"/>
                                        <p:tgtEl>
                                          <p:spTgt spid="54"/>
                                        </p:tgtEl>
                                      </p:cBhvr>
                                    </p:animEffect>
                                  </p:childTnLst>
                                </p:cTn>
                              </p:par>
                            </p:childTnLst>
                          </p:cTn>
                        </p:par>
                        <p:par>
                          <p:cTn id="109" fill="hold">
                            <p:stCondLst>
                              <p:cond delay="1500"/>
                            </p:stCondLst>
                            <p:childTnLst>
                              <p:par>
                                <p:cTn id="110" presetID="10" presetClass="exit" presetSubtype="0" fill="hold" grpId="1" nodeType="afterEffect">
                                  <p:stCondLst>
                                    <p:cond delay="0"/>
                                  </p:stCondLst>
                                  <p:childTnLst>
                                    <p:animEffect transition="out" filter="fade">
                                      <p:cBhvr>
                                        <p:cTn id="111" dur="500"/>
                                        <p:tgtEl>
                                          <p:spTgt spid="54"/>
                                        </p:tgtEl>
                                      </p:cBhvr>
                                    </p:animEffect>
                                    <p:set>
                                      <p:cBhvr>
                                        <p:cTn id="112" dur="1" fill="hold">
                                          <p:stCondLst>
                                            <p:cond delay="499"/>
                                          </p:stCondLst>
                                        </p:cTn>
                                        <p:tgtEl>
                                          <p:spTgt spid="54"/>
                                        </p:tgtEl>
                                        <p:attrNameLst>
                                          <p:attrName>style.visibility</p:attrName>
                                        </p:attrNameLst>
                                      </p:cBhvr>
                                      <p:to>
                                        <p:strVal val="hidden"/>
                                      </p:to>
                                    </p:set>
                                  </p:childTnLst>
                                </p:cTn>
                              </p:par>
                            </p:childTnLst>
                          </p:cTn>
                        </p:par>
                        <p:par>
                          <p:cTn id="113" fill="hold">
                            <p:stCondLst>
                              <p:cond delay="2000"/>
                            </p:stCondLst>
                            <p:childTnLst>
                              <p:par>
                                <p:cTn id="114" presetID="10" presetClass="entr" presetSubtype="0" fill="hold" grpId="0" nodeType="afterEffect">
                                  <p:stCondLst>
                                    <p:cond delay="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500"/>
                                        <p:tgtEl>
                                          <p:spTgt spid="56"/>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23"/>
                                        </p:tgtEl>
                                        <p:attrNameLst>
                                          <p:attrName>style.visibility</p:attrName>
                                        </p:attrNameLst>
                                      </p:cBhvr>
                                      <p:to>
                                        <p:strVal val="visible"/>
                                      </p:to>
                                    </p:set>
                                    <p:animEffect transition="in" filter="fade">
                                      <p:cBhvr>
                                        <p:cTn id="121" dur="500"/>
                                        <p:tgtEl>
                                          <p:spTgt spid="23"/>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nodeType="clickEffect">
                                  <p:stCondLst>
                                    <p:cond delay="0"/>
                                  </p:stCondLst>
                                  <p:childTnLst>
                                    <p:set>
                                      <p:cBhvr>
                                        <p:cTn id="125" dur="1" fill="hold">
                                          <p:stCondLst>
                                            <p:cond delay="0"/>
                                          </p:stCondLst>
                                        </p:cTn>
                                        <p:tgtEl>
                                          <p:spTgt spid="26"/>
                                        </p:tgtEl>
                                        <p:attrNameLst>
                                          <p:attrName>style.visibility</p:attrName>
                                        </p:attrNameLst>
                                      </p:cBhvr>
                                      <p:to>
                                        <p:strVal val="visible"/>
                                      </p:to>
                                    </p:set>
                                    <p:animEffect transition="in" filter="fade">
                                      <p:cBhvr>
                                        <p:cTn id="126" dur="500"/>
                                        <p:tgtEl>
                                          <p:spTgt spid="26"/>
                                        </p:tgtEl>
                                      </p:cBhvr>
                                    </p:animEffect>
                                  </p:childTnLst>
                                </p:cTn>
                              </p:par>
                            </p:childTnLst>
                          </p:cTn>
                        </p:par>
                        <p:par>
                          <p:cTn id="127" fill="hold">
                            <p:stCondLst>
                              <p:cond delay="500"/>
                            </p:stCondLst>
                            <p:childTnLst>
                              <p:par>
                                <p:cTn id="128" presetID="10" presetClass="entr" presetSubtype="0" fill="hold" grpId="0" nodeType="afterEffect">
                                  <p:stCondLst>
                                    <p:cond delay="0"/>
                                  </p:stCondLst>
                                  <p:childTnLst>
                                    <p:set>
                                      <p:cBhvr>
                                        <p:cTn id="129" dur="1" fill="hold">
                                          <p:stCondLst>
                                            <p:cond delay="0"/>
                                          </p:stCondLst>
                                        </p:cTn>
                                        <p:tgtEl>
                                          <p:spTgt spid="36"/>
                                        </p:tgtEl>
                                        <p:attrNameLst>
                                          <p:attrName>style.visibility</p:attrName>
                                        </p:attrNameLst>
                                      </p:cBhvr>
                                      <p:to>
                                        <p:strVal val="visible"/>
                                      </p:to>
                                    </p:set>
                                    <p:animEffect transition="in" filter="fade">
                                      <p:cBhvr>
                                        <p:cTn id="13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19" grpId="0"/>
      <p:bldP spid="8" grpId="0" animBg="1"/>
      <p:bldP spid="9" grpId="0" animBg="1"/>
      <p:bldP spid="36" grpId="0"/>
      <p:bldP spid="47" grpId="0" animBg="1"/>
      <p:bldP spid="11" grpId="0" animBg="1"/>
      <p:bldP spid="16" grpId="0" animBg="1"/>
      <p:bldP spid="20" grpId="0" animBg="1"/>
      <p:bldP spid="25" grpId="0"/>
      <p:bldP spid="48" grpId="0" animBg="1"/>
      <p:bldP spid="53" grpId="0" animBg="1"/>
      <p:bldP spid="53" grpId="1" animBg="1"/>
      <p:bldP spid="54" grpId="0" animBg="1"/>
      <p:bldP spid="54" grpId="1" animBg="1"/>
      <p:bldP spid="56" grpId="0" animBg="1"/>
      <p:bldP spid="83" grpId="0" animBg="1"/>
      <p:bldP spid="5" grpId="0"/>
      <p:bldP spid="10" grpId="0"/>
      <p:bldP spid="14" grpId="0"/>
      <p:bldP spid="15" grpId="0"/>
      <p:bldP spid="17" grpId="0"/>
      <p:bldP spid="18" grpId="0"/>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 9">
            <a:extLst>
              <a:ext uri="{FF2B5EF4-FFF2-40B4-BE49-F238E27FC236}">
                <a16:creationId xmlns:a16="http://schemas.microsoft.com/office/drawing/2014/main" id="{08329FD3-94CA-C534-B738-D89B613C9554}"/>
              </a:ext>
            </a:extLst>
          </p:cNvPr>
          <p:cNvGraphicFramePr>
            <a:graphicFrameLocks noGrp="1"/>
          </p:cNvGraphicFramePr>
          <p:nvPr>
            <p:extLst>
              <p:ext uri="{D42A27DB-BD31-4B8C-83A1-F6EECF244321}">
                <p14:modId xmlns:p14="http://schemas.microsoft.com/office/powerpoint/2010/main" val="3373671306"/>
              </p:ext>
            </p:extLst>
          </p:nvPr>
        </p:nvGraphicFramePr>
        <p:xfrm>
          <a:off x="3567368" y="3267906"/>
          <a:ext cx="5135881" cy="914400"/>
        </p:xfrm>
        <a:graphic>
          <a:graphicData uri="http://schemas.openxmlformats.org/drawingml/2006/table">
            <a:tbl>
              <a:tblPr firstRow="1" bandRow="1">
                <a:tableStyleId>{5C22544A-7EE6-4342-B048-85BDC9FD1C3A}</a:tableStyleId>
              </a:tblPr>
              <a:tblGrid>
                <a:gridCol w="1506477">
                  <a:extLst>
                    <a:ext uri="{9D8B030D-6E8A-4147-A177-3AD203B41FA5}">
                      <a16:colId xmlns:a16="http://schemas.microsoft.com/office/drawing/2014/main" val="1806157640"/>
                    </a:ext>
                  </a:extLst>
                </a:gridCol>
                <a:gridCol w="907351">
                  <a:extLst>
                    <a:ext uri="{9D8B030D-6E8A-4147-A177-3AD203B41FA5}">
                      <a16:colId xmlns:a16="http://schemas.microsoft.com/office/drawing/2014/main" val="478401195"/>
                    </a:ext>
                  </a:extLst>
                </a:gridCol>
                <a:gridCol w="907351">
                  <a:extLst>
                    <a:ext uri="{9D8B030D-6E8A-4147-A177-3AD203B41FA5}">
                      <a16:colId xmlns:a16="http://schemas.microsoft.com/office/drawing/2014/main" val="2629511585"/>
                    </a:ext>
                  </a:extLst>
                </a:gridCol>
                <a:gridCol w="907351">
                  <a:extLst>
                    <a:ext uri="{9D8B030D-6E8A-4147-A177-3AD203B41FA5}">
                      <a16:colId xmlns:a16="http://schemas.microsoft.com/office/drawing/2014/main" val="1428639111"/>
                    </a:ext>
                  </a:extLst>
                </a:gridCol>
                <a:gridCol w="907351">
                  <a:extLst>
                    <a:ext uri="{9D8B030D-6E8A-4147-A177-3AD203B41FA5}">
                      <a16:colId xmlns:a16="http://schemas.microsoft.com/office/drawing/2014/main" val="2957435204"/>
                    </a:ext>
                  </a:extLst>
                </a:gridCol>
              </a:tblGrid>
              <a:tr h="271008">
                <a:tc>
                  <a:txBody>
                    <a:bodyPr/>
                    <a:lstStyle/>
                    <a:p>
                      <a:pPr algn="ctr"/>
                      <a:r>
                        <a:rPr lang="ja-JP" altLang="en-US" sz="1200" b="0" dirty="0">
                          <a:solidFill>
                            <a:schemeClr val="tx1"/>
                          </a:solidFill>
                          <a:latin typeface="+mj-ea"/>
                          <a:ea typeface="+mj-ea"/>
                        </a:rPr>
                        <a:t>エントリの</a:t>
                      </a:r>
                      <a:endParaRPr lang="en-US" altLang="ja-JP" sz="1200" b="0" dirty="0">
                        <a:solidFill>
                          <a:schemeClr val="tx1"/>
                        </a:solidFill>
                        <a:latin typeface="+mj-ea"/>
                        <a:ea typeface="+mj-ea"/>
                      </a:endParaRPr>
                    </a:p>
                    <a:p>
                      <a:pPr algn="ctr"/>
                      <a:r>
                        <a:rPr lang="ja-JP" altLang="en-US" sz="1200" b="0" dirty="0">
                          <a:solidFill>
                            <a:schemeClr val="tx1"/>
                          </a:solidFill>
                          <a:latin typeface="+mj-ea"/>
                          <a:ea typeface="+mj-ea"/>
                        </a:rPr>
                        <a:t>探索回数</a:t>
                      </a:r>
                      <a:endParaRPr lang="en-US" sz="1200" b="0" dirty="0">
                        <a:solidFill>
                          <a:schemeClr val="tx1"/>
                        </a:solidFill>
                        <a:latin typeface="+mj-ea"/>
                        <a:ea typeface="+mj-ea"/>
                      </a:endParaRPr>
                    </a:p>
                  </a:txBody>
                  <a:tcP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pPr>
                      <a:r>
                        <a:rPr lang="en-US" sz="1600" b="0" dirty="0">
                          <a:solidFill>
                            <a:schemeClr val="tx1"/>
                          </a:solidFill>
                          <a:latin typeface="+mj-ea"/>
                          <a:ea typeface="+mj-ea"/>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pPr>
                      <a:r>
                        <a:rPr lang="en-US" sz="1600" b="0" dirty="0">
                          <a:solidFill>
                            <a:schemeClr val="tx1"/>
                          </a:solidFill>
                          <a:latin typeface="+mj-ea"/>
                          <a:ea typeface="+mj-ea"/>
                        </a:rPr>
                        <a:t>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pPr>
                      <a:r>
                        <a:rPr lang="en-US" sz="1600" b="0" dirty="0">
                          <a:solidFill>
                            <a:schemeClr val="tx1"/>
                          </a:solidFill>
                          <a:latin typeface="+mj-ea"/>
                          <a:ea typeface="+mj-ea"/>
                        </a:rPr>
                        <a:t>100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pPr>
                      <a:r>
                        <a:rPr lang="en-US" sz="1600" b="0" dirty="0">
                          <a:solidFill>
                            <a:schemeClr val="tx1"/>
                          </a:solidFill>
                          <a:latin typeface="+mj-ea"/>
                          <a:ea typeface="+mj-ea"/>
                        </a:rPr>
                        <a:t>150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32751306"/>
                  </a:ext>
                </a:extLst>
              </a:tr>
              <a:tr h="314307">
                <a:tc>
                  <a:txBody>
                    <a:bodyPr/>
                    <a:lstStyle/>
                    <a:p>
                      <a:pPr algn="ctr"/>
                      <a:r>
                        <a:rPr lang="en-US" sz="1200" b="0" dirty="0">
                          <a:solidFill>
                            <a:schemeClr val="tx1"/>
                          </a:solidFill>
                          <a:latin typeface="+mj-ea"/>
                          <a:ea typeface="+mj-ea"/>
                        </a:rPr>
                        <a:t>L1d</a:t>
                      </a:r>
                      <a:r>
                        <a:rPr lang="ja-JP" altLang="en-US" sz="1200" b="0" dirty="0">
                          <a:solidFill>
                            <a:schemeClr val="tx1"/>
                          </a:solidFill>
                          <a:latin typeface="+mj-ea"/>
                          <a:ea typeface="+mj-ea"/>
                        </a:rPr>
                        <a:t>キャッシュヒット率</a:t>
                      </a:r>
                      <a:endParaRPr lang="en-US" sz="1200" b="0" dirty="0">
                        <a:solidFill>
                          <a:schemeClr val="tx1"/>
                        </a:solidFill>
                        <a:latin typeface="+mj-ea"/>
                        <a:ea typeface="+mj-ea"/>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pPr>
                      <a:r>
                        <a:rPr lang="en-US" sz="1600" b="0" dirty="0">
                          <a:solidFill>
                            <a:schemeClr val="tx1"/>
                          </a:solidFill>
                          <a:latin typeface="+mj-ea"/>
                          <a:ea typeface="+mj-ea"/>
                        </a:rPr>
                        <a:t>99.99%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pPr>
                      <a:r>
                        <a:rPr lang="en-US" sz="1600" b="0" dirty="0">
                          <a:solidFill>
                            <a:schemeClr val="tx1"/>
                          </a:solidFill>
                          <a:latin typeface="+mj-ea"/>
                          <a:ea typeface="+mj-ea"/>
                        </a:rPr>
                        <a:t>99.99%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pPr>
                      <a:r>
                        <a:rPr lang="en-US" sz="1600" b="0" dirty="0">
                          <a:solidFill>
                            <a:schemeClr val="tx1"/>
                          </a:solidFill>
                          <a:latin typeface="+mj-ea"/>
                          <a:ea typeface="+mj-ea"/>
                        </a:rPr>
                        <a:t>99.99%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pPr>
                      <a:r>
                        <a:rPr lang="en-US" sz="1600" b="0" dirty="0">
                          <a:solidFill>
                            <a:schemeClr val="tx1"/>
                          </a:solidFill>
                          <a:latin typeface="+mj-ea"/>
                          <a:ea typeface="+mj-ea"/>
                        </a:rPr>
                        <a:t>99.99%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50392105"/>
                  </a:ext>
                </a:extLst>
              </a:tr>
            </a:tbl>
          </a:graphicData>
        </a:graphic>
      </p:graphicFrame>
      <p:graphicFrame>
        <p:nvGraphicFramePr>
          <p:cNvPr id="7" name="グラフ 6">
            <a:extLst>
              <a:ext uri="{FF2B5EF4-FFF2-40B4-BE49-F238E27FC236}">
                <a16:creationId xmlns:a16="http://schemas.microsoft.com/office/drawing/2014/main" id="{79E09034-CA5B-A63C-7078-4AA11CA67B1D}"/>
              </a:ext>
              <a:ext uri="{147F2762-F138-4A5C-976F-8EAC2B608ADB}">
                <a16:predDERef xmlns:a16="http://schemas.microsoft.com/office/drawing/2014/main" pred="{11605861-4BAC-CD42-58C4-394D4D0483EC}"/>
              </a:ext>
            </a:extLst>
          </p:cNvPr>
          <p:cNvGraphicFramePr>
            <a:graphicFrameLocks/>
          </p:cNvGraphicFramePr>
          <p:nvPr>
            <p:extLst>
              <p:ext uri="{D42A27DB-BD31-4B8C-83A1-F6EECF244321}">
                <p14:modId xmlns:p14="http://schemas.microsoft.com/office/powerpoint/2010/main" val="370815559"/>
              </p:ext>
            </p:extLst>
          </p:nvPr>
        </p:nvGraphicFramePr>
        <p:xfrm>
          <a:off x="3442476" y="880639"/>
          <a:ext cx="4850924" cy="2655021"/>
        </p:xfrm>
        <a:graphic>
          <a:graphicData uri="http://schemas.openxmlformats.org/drawingml/2006/chart">
            <c:chart xmlns:c="http://schemas.openxmlformats.org/drawingml/2006/chart" xmlns:r="http://schemas.openxmlformats.org/officeDocument/2006/relationships" r:id="rId3"/>
          </a:graphicData>
        </a:graphic>
      </p:graphicFrame>
      <p:sp>
        <p:nvSpPr>
          <p:cNvPr id="2" name="タイトル 1">
            <a:extLst>
              <a:ext uri="{FF2B5EF4-FFF2-40B4-BE49-F238E27FC236}">
                <a16:creationId xmlns:a16="http://schemas.microsoft.com/office/drawing/2014/main" id="{8CE4A28D-F64D-FF8B-C439-FEB636B2621A}"/>
              </a:ext>
            </a:extLst>
          </p:cNvPr>
          <p:cNvSpPr>
            <a:spLocks noGrp="1"/>
          </p:cNvSpPr>
          <p:nvPr>
            <p:ph type="title"/>
          </p:nvPr>
        </p:nvSpPr>
        <p:spPr>
          <a:xfrm>
            <a:off x="0" y="107374"/>
            <a:ext cx="9144000" cy="809680"/>
          </a:xfrm>
        </p:spPr>
        <p:txBody>
          <a:bodyPr/>
          <a:lstStyle/>
          <a:p>
            <a:r>
              <a:rPr lang="ja-JP" altLang="en-US" dirty="0"/>
              <a:t>テーブルマッチング処理の性能</a:t>
            </a:r>
            <a:endParaRPr lang="en-US" dirty="0"/>
          </a:p>
        </p:txBody>
      </p:sp>
      <p:sp>
        <p:nvSpPr>
          <p:cNvPr id="4" name="スライド番号プレースホルダー 3">
            <a:extLst>
              <a:ext uri="{FF2B5EF4-FFF2-40B4-BE49-F238E27FC236}">
                <a16:creationId xmlns:a16="http://schemas.microsoft.com/office/drawing/2014/main" id="{5BDBD8D4-B18A-F678-85D8-AB607538FE0E}"/>
              </a:ext>
            </a:extLst>
          </p:cNvPr>
          <p:cNvSpPr>
            <a:spLocks noGrp="1"/>
          </p:cNvSpPr>
          <p:nvPr>
            <p:ph type="sldNum" sz="quarter" idx="12"/>
          </p:nvPr>
        </p:nvSpPr>
        <p:spPr/>
        <p:txBody>
          <a:bodyPr/>
          <a:lstStyle/>
          <a:p>
            <a:fld id="{243EA04C-AED1-46B0-BC3C-C24F4C35F66C}" type="slidenum">
              <a:rPr lang="ja-JP" altLang="en-US" smtClean="0"/>
              <a:pPr/>
              <a:t>3</a:t>
            </a:fld>
            <a:endParaRPr lang="ja-JP" altLang="en-US"/>
          </a:p>
        </p:txBody>
      </p:sp>
      <p:sp>
        <p:nvSpPr>
          <p:cNvPr id="22" name="正方形/長方形 21">
            <a:extLst>
              <a:ext uri="{FF2B5EF4-FFF2-40B4-BE49-F238E27FC236}">
                <a16:creationId xmlns:a16="http://schemas.microsoft.com/office/drawing/2014/main" id="{508D1F6C-4CFD-21AE-FAE5-CC35EB1149EF}"/>
              </a:ext>
            </a:extLst>
          </p:cNvPr>
          <p:cNvSpPr/>
          <p:nvPr/>
        </p:nvSpPr>
        <p:spPr>
          <a:xfrm>
            <a:off x="1907265" y="6143645"/>
            <a:ext cx="5820077" cy="534733"/>
          </a:xfrm>
          <a:prstGeom prst="rect">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2000" b="1" dirty="0">
                <a:latin typeface="Noto Sans JP" panose="020B0200000000000000" pitchFamily="34" charset="-128"/>
                <a:ea typeface="Noto Sans JP" panose="020B0200000000000000" pitchFamily="34" charset="-128"/>
              </a:rPr>
              <a:t>HW</a:t>
            </a:r>
            <a:r>
              <a:rPr lang="ja-JP" altLang="en-US" sz="2000" b="1" dirty="0">
                <a:latin typeface="Noto Sans JP" panose="020B0200000000000000" pitchFamily="34" charset="-128"/>
                <a:ea typeface="Noto Sans JP" panose="020B0200000000000000" pitchFamily="34" charset="-128"/>
              </a:rPr>
              <a:t>との協調による高速化が必要</a:t>
            </a:r>
            <a:endParaRPr lang="en-US" altLang="ja-JP" sz="2000" b="1" dirty="0">
              <a:latin typeface="Noto Sans JP" panose="020B0200000000000000" pitchFamily="34" charset="-128"/>
              <a:ea typeface="Noto Sans JP" panose="020B0200000000000000" pitchFamily="34" charset="-128"/>
            </a:endParaRPr>
          </a:p>
        </p:txBody>
      </p:sp>
      <p:sp>
        <p:nvSpPr>
          <p:cNvPr id="16" name="テキスト ボックス 15">
            <a:extLst>
              <a:ext uri="{FF2B5EF4-FFF2-40B4-BE49-F238E27FC236}">
                <a16:creationId xmlns:a16="http://schemas.microsoft.com/office/drawing/2014/main" id="{F69FCC98-AB0C-7103-E7FB-3D1E35593158}"/>
              </a:ext>
            </a:extLst>
          </p:cNvPr>
          <p:cNvSpPr txBox="1"/>
          <p:nvPr/>
        </p:nvSpPr>
        <p:spPr>
          <a:xfrm>
            <a:off x="3598954" y="4239704"/>
            <a:ext cx="4715162" cy="400110"/>
          </a:xfrm>
          <a:prstGeom prst="rect">
            <a:avLst/>
          </a:prstGeom>
          <a:noFill/>
        </p:spPr>
        <p:txBody>
          <a:bodyPr wrap="square">
            <a:spAutoFit/>
          </a:bodyPr>
          <a:lstStyle/>
          <a:p>
            <a:pPr algn="ctr"/>
            <a:r>
              <a:rPr lang="ja-JP" altLang="en-US" sz="2000" b="1" dirty="0">
                <a:latin typeface="Noto Sans JP" panose="020B0200000000000000" pitchFamily="34" charset="-128"/>
                <a:ea typeface="Noto Sans JP" panose="020B0200000000000000" pitchFamily="34" charset="-128"/>
              </a:rPr>
              <a:t>ソフトウェア実装の限界</a:t>
            </a:r>
            <a:endParaRPr lang="en-US" altLang="ja-JP" sz="2000" b="1" dirty="0">
              <a:latin typeface="Noto Sans JP" panose="020B0200000000000000" pitchFamily="34" charset="-128"/>
              <a:ea typeface="Noto Sans JP" panose="020B0200000000000000" pitchFamily="34" charset="-128"/>
            </a:endParaRPr>
          </a:p>
        </p:txBody>
      </p:sp>
      <p:pic>
        <p:nvPicPr>
          <p:cNvPr id="17" name="図 16">
            <a:extLst>
              <a:ext uri="{FF2B5EF4-FFF2-40B4-BE49-F238E27FC236}">
                <a16:creationId xmlns:a16="http://schemas.microsoft.com/office/drawing/2014/main" id="{2A0268E4-DA02-4F9D-B80E-56B34C48A9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5756" y="4974797"/>
            <a:ext cx="827959" cy="797701"/>
          </a:xfrm>
          <a:prstGeom prst="rect">
            <a:avLst/>
          </a:prstGeom>
        </p:spPr>
      </p:pic>
      <p:grpSp>
        <p:nvGrpSpPr>
          <p:cNvPr id="56" name="グループ化 55">
            <a:extLst>
              <a:ext uri="{FF2B5EF4-FFF2-40B4-BE49-F238E27FC236}">
                <a16:creationId xmlns:a16="http://schemas.microsoft.com/office/drawing/2014/main" id="{D822F6EF-9970-71B5-8116-DE7617E6A2D4}"/>
              </a:ext>
            </a:extLst>
          </p:cNvPr>
          <p:cNvGrpSpPr/>
          <p:nvPr/>
        </p:nvGrpSpPr>
        <p:grpSpPr>
          <a:xfrm>
            <a:off x="3235860" y="4891121"/>
            <a:ext cx="4385744" cy="870483"/>
            <a:chOff x="3675888" y="3950454"/>
            <a:chExt cx="4385744" cy="1482253"/>
          </a:xfrm>
        </p:grpSpPr>
        <p:sp>
          <p:nvSpPr>
            <p:cNvPr id="54" name="吹き出し: 角を丸めた四角形 53">
              <a:extLst>
                <a:ext uri="{FF2B5EF4-FFF2-40B4-BE49-F238E27FC236}">
                  <a16:creationId xmlns:a16="http://schemas.microsoft.com/office/drawing/2014/main" id="{B48846FF-014E-CC04-08EF-9AEC7FD44278}"/>
                </a:ext>
              </a:extLst>
            </p:cNvPr>
            <p:cNvSpPr/>
            <p:nvPr/>
          </p:nvSpPr>
          <p:spPr>
            <a:xfrm>
              <a:off x="3675888" y="4283154"/>
              <a:ext cx="4385744" cy="1149553"/>
            </a:xfrm>
            <a:prstGeom prst="wedgeRoundRectCallout">
              <a:avLst>
                <a:gd name="adj1" fmla="val -57069"/>
                <a:gd name="adj2" fmla="val 5219"/>
                <a:gd name="adj3" fmla="val 16667"/>
              </a:avLst>
            </a:prstGeom>
            <a:solidFill>
              <a:schemeClr val="bg1"/>
            </a:solid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j-ea"/>
                  <a:ea typeface="+mj-ea"/>
                </a:rPr>
                <a:t>全エントリの同時並列マッチング</a:t>
              </a:r>
              <a:endParaRPr lang="en-US" dirty="0">
                <a:solidFill>
                  <a:schemeClr val="tx1"/>
                </a:solidFill>
                <a:latin typeface="+mj-ea"/>
                <a:ea typeface="+mj-ea"/>
              </a:endParaRPr>
            </a:p>
          </p:txBody>
        </p:sp>
        <p:sp>
          <p:nvSpPr>
            <p:cNvPr id="55" name="テキスト ボックス 54">
              <a:extLst>
                <a:ext uri="{FF2B5EF4-FFF2-40B4-BE49-F238E27FC236}">
                  <a16:creationId xmlns:a16="http://schemas.microsoft.com/office/drawing/2014/main" id="{95AC9888-676C-DE25-6517-D8C129CDC8DD}"/>
                </a:ext>
              </a:extLst>
            </p:cNvPr>
            <p:cNvSpPr txBox="1"/>
            <p:nvPr/>
          </p:nvSpPr>
          <p:spPr>
            <a:xfrm>
              <a:off x="3968183" y="3950454"/>
              <a:ext cx="3579686" cy="369333"/>
            </a:xfrm>
            <a:prstGeom prst="rect">
              <a:avLst/>
            </a:prstGeom>
            <a:solidFill>
              <a:schemeClr val="bg1"/>
            </a:solidFill>
          </p:spPr>
          <p:txBody>
            <a:bodyPr wrap="square">
              <a:spAutoFit/>
            </a:bodyPr>
            <a:lstStyle/>
            <a:p>
              <a:pPr algn="ctr"/>
              <a:r>
                <a:rPr lang="ja-JP" altLang="en-US" b="1" dirty="0">
                  <a:latin typeface="+mj-ea"/>
                  <a:ea typeface="+mj-ea"/>
                </a:rPr>
                <a:t>高速なテーブルマッチング処理</a:t>
              </a:r>
              <a:endParaRPr lang="en-US" dirty="0"/>
            </a:p>
          </p:txBody>
        </p:sp>
      </p:grpSp>
      <p:grpSp>
        <p:nvGrpSpPr>
          <p:cNvPr id="66" name="グループ化 65">
            <a:extLst>
              <a:ext uri="{FF2B5EF4-FFF2-40B4-BE49-F238E27FC236}">
                <a16:creationId xmlns:a16="http://schemas.microsoft.com/office/drawing/2014/main" id="{ABE38019-B042-EFF9-BCB6-01D273723FC1}"/>
              </a:ext>
            </a:extLst>
          </p:cNvPr>
          <p:cNvGrpSpPr/>
          <p:nvPr/>
        </p:nvGrpSpPr>
        <p:grpSpPr>
          <a:xfrm>
            <a:off x="386134" y="917054"/>
            <a:ext cx="2133601" cy="2866763"/>
            <a:chOff x="629628" y="1053613"/>
            <a:chExt cx="2133601" cy="2866763"/>
          </a:xfrm>
        </p:grpSpPr>
        <p:pic>
          <p:nvPicPr>
            <p:cNvPr id="59" name="Picture 2" descr="イラスト フリー サーバ | サーバー 図 素材 フリー – CRXB">
              <a:extLst>
                <a:ext uri="{FF2B5EF4-FFF2-40B4-BE49-F238E27FC236}">
                  <a16:creationId xmlns:a16="http://schemas.microsoft.com/office/drawing/2014/main" id="{F5382AC7-87F6-00D3-67FF-BC1C7D2FE3E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0234" t="13164" r="29649" b="9123"/>
            <a:stretch>
              <a:fillRect/>
            </a:stretch>
          </p:blipFill>
          <p:spPr bwMode="auto">
            <a:xfrm rot="16200000">
              <a:off x="1501863" y="2938445"/>
              <a:ext cx="389129" cy="1574733"/>
            </a:xfrm>
            <a:prstGeom prst="rect">
              <a:avLst/>
            </a:prstGeom>
            <a:noFill/>
            <a:extLst>
              <a:ext uri="{909E8E84-426E-40DD-AFC4-6F175D3DCCD1}">
                <a14:hiddenFill xmlns:a14="http://schemas.microsoft.com/office/drawing/2010/main">
                  <a:solidFill>
                    <a:srgbClr val="FFFFFF"/>
                  </a:solidFill>
                </a14:hiddenFill>
              </a:ext>
            </a:extLst>
          </p:spPr>
        </p:pic>
        <p:sp>
          <p:nvSpPr>
            <p:cNvPr id="60" name="吹き出し: 四角形 59">
              <a:extLst>
                <a:ext uri="{FF2B5EF4-FFF2-40B4-BE49-F238E27FC236}">
                  <a16:creationId xmlns:a16="http://schemas.microsoft.com/office/drawing/2014/main" id="{AFF0C130-609F-8709-637C-DB544B743535}"/>
                </a:ext>
              </a:extLst>
            </p:cNvPr>
            <p:cNvSpPr/>
            <p:nvPr/>
          </p:nvSpPr>
          <p:spPr>
            <a:xfrm>
              <a:off x="629628" y="1053613"/>
              <a:ext cx="2133601" cy="2394505"/>
            </a:xfrm>
            <a:prstGeom prst="wedgeRectCallout">
              <a:avLst>
                <a:gd name="adj1" fmla="val -9364"/>
                <a:gd name="adj2" fmla="val 5746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mj-ea"/>
                <a:ea typeface="+mj-ea"/>
              </a:endParaRPr>
            </a:p>
          </p:txBody>
        </p:sp>
        <p:sp>
          <p:nvSpPr>
            <p:cNvPr id="61" name="矢印: U ターン 60">
              <a:extLst>
                <a:ext uri="{FF2B5EF4-FFF2-40B4-BE49-F238E27FC236}">
                  <a16:creationId xmlns:a16="http://schemas.microsoft.com/office/drawing/2014/main" id="{92896183-E5C3-5776-6013-477E78C51E3C}"/>
                </a:ext>
              </a:extLst>
            </p:cNvPr>
            <p:cNvSpPr/>
            <p:nvPr/>
          </p:nvSpPr>
          <p:spPr>
            <a:xfrm>
              <a:off x="1278961" y="1948641"/>
              <a:ext cx="883983" cy="1537877"/>
            </a:xfrm>
            <a:prstGeom prst="uturnArrow">
              <a:avLst>
                <a:gd name="adj1" fmla="val 27543"/>
                <a:gd name="adj2" fmla="val 25000"/>
                <a:gd name="adj3" fmla="val 43650"/>
                <a:gd name="adj4" fmla="val 43750"/>
                <a:gd name="adj5" fmla="val 100000"/>
              </a:avLst>
            </a:prstGeom>
            <a:solidFill>
              <a:schemeClr val="tx2">
                <a:lumMod val="25000"/>
                <a:lumOff val="75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正方形/長方形 61">
              <a:extLst>
                <a:ext uri="{FF2B5EF4-FFF2-40B4-BE49-F238E27FC236}">
                  <a16:creationId xmlns:a16="http://schemas.microsoft.com/office/drawing/2014/main" id="{7FD44CA0-C180-AC90-D83B-33BA11F073A4}"/>
                </a:ext>
              </a:extLst>
            </p:cNvPr>
            <p:cNvSpPr/>
            <p:nvPr/>
          </p:nvSpPr>
          <p:spPr>
            <a:xfrm>
              <a:off x="1367502" y="1735658"/>
              <a:ext cx="590721" cy="471386"/>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endParaRPr lang="en-US" b="1" dirty="0"/>
            </a:p>
          </p:txBody>
        </p:sp>
        <p:sp>
          <p:nvSpPr>
            <p:cNvPr id="63" name="吹き出し: 四角形 62">
              <a:extLst>
                <a:ext uri="{FF2B5EF4-FFF2-40B4-BE49-F238E27FC236}">
                  <a16:creationId xmlns:a16="http://schemas.microsoft.com/office/drawing/2014/main" id="{2F11DA92-A670-8C0A-8DBD-52D7A715447E}"/>
                </a:ext>
              </a:extLst>
            </p:cNvPr>
            <p:cNvSpPr/>
            <p:nvPr/>
          </p:nvSpPr>
          <p:spPr>
            <a:xfrm>
              <a:off x="1018050" y="2399242"/>
              <a:ext cx="1483365" cy="554108"/>
            </a:xfrm>
            <a:prstGeom prst="wedgeRectCallout">
              <a:avLst>
                <a:gd name="adj1" fmla="val -9866"/>
                <a:gd name="adj2" fmla="val -737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dirty="0">
                  <a:solidFill>
                    <a:schemeClr val="tx1"/>
                  </a:solidFill>
                  <a:latin typeface="+mj-ea"/>
                  <a:ea typeface="+mj-ea"/>
                </a:rPr>
                <a:t>転送処理</a:t>
              </a:r>
              <a:endParaRPr lang="en-US" altLang="ja-JP" sz="1600" b="1" dirty="0">
                <a:solidFill>
                  <a:schemeClr val="tx1"/>
                </a:solidFill>
                <a:latin typeface="+mj-ea"/>
                <a:ea typeface="+mj-ea"/>
              </a:endParaRPr>
            </a:p>
            <a:p>
              <a:pPr algn="ctr"/>
              <a:r>
                <a:rPr lang="en-US" altLang="ja-JP" sz="1600" b="1" dirty="0">
                  <a:solidFill>
                    <a:schemeClr val="tx1"/>
                  </a:solidFill>
                  <a:latin typeface="+mj-ea"/>
                  <a:ea typeface="+mj-ea"/>
                </a:rPr>
                <a:t>(I/O</a:t>
              </a:r>
              <a:r>
                <a:rPr lang="ja-JP" altLang="en-US" sz="1600" b="1" dirty="0">
                  <a:solidFill>
                    <a:schemeClr val="tx1"/>
                  </a:solidFill>
                  <a:latin typeface="+mj-ea"/>
                  <a:ea typeface="+mj-ea"/>
                </a:rPr>
                <a:t>処理</a:t>
              </a:r>
              <a:r>
                <a:rPr lang="en-US" altLang="ja-JP" sz="1600" b="1" dirty="0">
                  <a:solidFill>
                    <a:schemeClr val="tx1"/>
                  </a:solidFill>
                  <a:latin typeface="+mj-ea"/>
                  <a:ea typeface="+mj-ea"/>
                </a:rPr>
                <a:t>)</a:t>
              </a:r>
              <a:endParaRPr lang="en-US" sz="1600" b="1" dirty="0">
                <a:solidFill>
                  <a:schemeClr val="tx1"/>
                </a:solidFill>
                <a:latin typeface="+mj-ea"/>
                <a:ea typeface="+mj-ea"/>
              </a:endParaRPr>
            </a:p>
          </p:txBody>
        </p:sp>
        <p:sp>
          <p:nvSpPr>
            <p:cNvPr id="65" name="吹き出し: 四角形 64">
              <a:extLst>
                <a:ext uri="{FF2B5EF4-FFF2-40B4-BE49-F238E27FC236}">
                  <a16:creationId xmlns:a16="http://schemas.microsoft.com/office/drawing/2014/main" id="{562C1563-39CE-1DA2-69D6-DE02C53A2CF7}"/>
                </a:ext>
              </a:extLst>
            </p:cNvPr>
            <p:cNvSpPr/>
            <p:nvPr/>
          </p:nvSpPr>
          <p:spPr>
            <a:xfrm>
              <a:off x="918506" y="1121393"/>
              <a:ext cx="1682454" cy="587954"/>
            </a:xfrm>
            <a:prstGeom prst="wedgeRectCallout">
              <a:avLst>
                <a:gd name="adj1" fmla="val -10554"/>
                <a:gd name="adj2" fmla="val 6089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dirty="0">
                  <a:solidFill>
                    <a:schemeClr val="tx1"/>
                  </a:solidFill>
                  <a:latin typeface="+mj-ea"/>
                  <a:ea typeface="+mj-ea"/>
                </a:rPr>
                <a:t>テーブル</a:t>
              </a:r>
              <a:endParaRPr lang="en-US" altLang="ja-JP" sz="1600" b="1" dirty="0">
                <a:solidFill>
                  <a:schemeClr val="tx1"/>
                </a:solidFill>
                <a:latin typeface="+mj-ea"/>
                <a:ea typeface="+mj-ea"/>
              </a:endParaRPr>
            </a:p>
            <a:p>
              <a:pPr algn="ctr"/>
              <a:r>
                <a:rPr lang="ja-JP" altLang="en-US" sz="1600" b="1" dirty="0">
                  <a:solidFill>
                    <a:schemeClr val="tx1"/>
                  </a:solidFill>
                  <a:latin typeface="+mj-ea"/>
                  <a:ea typeface="+mj-ea"/>
                </a:rPr>
                <a:t>マッチング処理</a:t>
              </a:r>
              <a:endParaRPr lang="en-US" altLang="ja-JP" sz="1600" b="1" dirty="0">
                <a:solidFill>
                  <a:schemeClr val="tx1"/>
                </a:solidFill>
                <a:latin typeface="+mj-ea"/>
                <a:ea typeface="+mj-ea"/>
              </a:endParaRPr>
            </a:p>
          </p:txBody>
        </p:sp>
      </p:grpSp>
      <p:sp>
        <p:nvSpPr>
          <p:cNvPr id="3" name="二等辺三角形 2">
            <a:extLst>
              <a:ext uri="{FF2B5EF4-FFF2-40B4-BE49-F238E27FC236}">
                <a16:creationId xmlns:a16="http://schemas.microsoft.com/office/drawing/2014/main" id="{1C18A7BF-5574-D978-920F-ED51F76CAFCE}"/>
              </a:ext>
            </a:extLst>
          </p:cNvPr>
          <p:cNvSpPr/>
          <p:nvPr/>
        </p:nvSpPr>
        <p:spPr>
          <a:xfrm flipV="1">
            <a:off x="3567368" y="5876399"/>
            <a:ext cx="2009264" cy="152450"/>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矢印: 右 7">
            <a:extLst>
              <a:ext uri="{FF2B5EF4-FFF2-40B4-BE49-F238E27FC236}">
                <a16:creationId xmlns:a16="http://schemas.microsoft.com/office/drawing/2014/main" id="{4B167CAD-E15B-1881-620B-37E0AE3D78B7}"/>
              </a:ext>
            </a:extLst>
          </p:cNvPr>
          <p:cNvSpPr/>
          <p:nvPr/>
        </p:nvSpPr>
        <p:spPr>
          <a:xfrm rot="16200000">
            <a:off x="2128407" y="1689357"/>
            <a:ext cx="2279265" cy="661828"/>
          </a:xfrm>
          <a:prstGeom prst="rightArrow">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better</a:t>
            </a:r>
          </a:p>
        </p:txBody>
      </p:sp>
      <p:grpSp>
        <p:nvGrpSpPr>
          <p:cNvPr id="25" name="グループ化 24">
            <a:extLst>
              <a:ext uri="{FF2B5EF4-FFF2-40B4-BE49-F238E27FC236}">
                <a16:creationId xmlns:a16="http://schemas.microsoft.com/office/drawing/2014/main" id="{CAC1ECBE-E8CE-8F5B-5F86-22A6BA620E30}"/>
              </a:ext>
            </a:extLst>
          </p:cNvPr>
          <p:cNvGrpSpPr/>
          <p:nvPr/>
        </p:nvGrpSpPr>
        <p:grpSpPr>
          <a:xfrm>
            <a:off x="278792" y="3838726"/>
            <a:ext cx="3579686" cy="994997"/>
            <a:chOff x="848521" y="4165097"/>
            <a:chExt cx="6610263" cy="984745"/>
          </a:xfrm>
        </p:grpSpPr>
        <p:sp>
          <p:nvSpPr>
            <p:cNvPr id="20" name="四角形: 角を丸くする 19">
              <a:extLst>
                <a:ext uri="{FF2B5EF4-FFF2-40B4-BE49-F238E27FC236}">
                  <a16:creationId xmlns:a16="http://schemas.microsoft.com/office/drawing/2014/main" id="{2336E8C9-3710-AB8F-0AC0-79029F6B9076}"/>
                </a:ext>
              </a:extLst>
            </p:cNvPr>
            <p:cNvSpPr/>
            <p:nvPr/>
          </p:nvSpPr>
          <p:spPr>
            <a:xfrm>
              <a:off x="848521" y="4372855"/>
              <a:ext cx="6610263" cy="776987"/>
            </a:xfrm>
            <a:prstGeom prst="roundRect">
              <a:avLst>
                <a:gd name="adj" fmla="val 12898"/>
              </a:avLst>
            </a:prstGeom>
            <a:solidFill>
              <a:schemeClr val="bg1"/>
            </a:solidFill>
            <a:ln w="381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r>
                <a:rPr lang="ja-JP" altLang="en-US" sz="1600" b="1" dirty="0">
                  <a:latin typeface="+mj-ea"/>
                  <a:ea typeface="+mj-ea"/>
                </a:rPr>
                <a:t>・</a:t>
              </a:r>
              <a:r>
                <a:rPr lang="en-US" altLang="ja-JP" sz="1600" b="1" dirty="0">
                  <a:latin typeface="+mj-ea"/>
                  <a:ea typeface="+mj-ea"/>
                </a:rPr>
                <a:t>20</a:t>
              </a:r>
              <a:r>
                <a:rPr lang="ja-JP" altLang="en-US" sz="1600" b="1" dirty="0">
                  <a:latin typeface="+mj-ea"/>
                  <a:ea typeface="+mj-ea"/>
                </a:rPr>
                <a:t>エントリ以降、性能が半分以下</a:t>
              </a:r>
              <a:endParaRPr lang="en-US" altLang="ja-JP" sz="1600" b="1" dirty="0">
                <a:latin typeface="+mj-ea"/>
                <a:ea typeface="+mj-ea"/>
              </a:endParaRPr>
            </a:p>
            <a:p>
              <a:r>
                <a:rPr lang="ja-JP" altLang="en-US" sz="1600" b="1" dirty="0">
                  <a:latin typeface="+mj-ea"/>
                  <a:ea typeface="+mj-ea"/>
                </a:rPr>
                <a:t>・キャッシュヒット率の維持</a:t>
              </a:r>
              <a:endParaRPr lang="en-US" altLang="ja-JP" sz="1600" b="1" dirty="0">
                <a:latin typeface="+mj-ea"/>
                <a:ea typeface="+mj-ea"/>
              </a:endParaRPr>
            </a:p>
          </p:txBody>
        </p:sp>
        <p:sp>
          <p:nvSpPr>
            <p:cNvPr id="24" name="テキスト ボックス 23">
              <a:extLst>
                <a:ext uri="{FF2B5EF4-FFF2-40B4-BE49-F238E27FC236}">
                  <a16:creationId xmlns:a16="http://schemas.microsoft.com/office/drawing/2014/main" id="{4CDA04A0-56AA-551E-8CB9-FF3C427DB3C7}"/>
                </a:ext>
              </a:extLst>
            </p:cNvPr>
            <p:cNvSpPr txBox="1"/>
            <p:nvPr/>
          </p:nvSpPr>
          <p:spPr>
            <a:xfrm>
              <a:off x="1427777" y="4165097"/>
              <a:ext cx="1342991" cy="291324"/>
            </a:xfrm>
            <a:prstGeom prst="rect">
              <a:avLst/>
            </a:prstGeom>
            <a:solidFill>
              <a:schemeClr val="bg1"/>
            </a:solidFill>
          </p:spPr>
          <p:txBody>
            <a:bodyPr wrap="square">
              <a:spAutoFit/>
            </a:bodyPr>
            <a:lstStyle/>
            <a:p>
              <a:pPr algn="ctr"/>
              <a:r>
                <a:rPr lang="ja-JP" altLang="en-US" b="1" dirty="0">
                  <a:latin typeface="+mj-ea"/>
                  <a:ea typeface="+mj-ea"/>
                </a:rPr>
                <a:t>結果</a:t>
              </a:r>
              <a:endParaRPr lang="en-US" dirty="0"/>
            </a:p>
          </p:txBody>
        </p:sp>
      </p:grpSp>
    </p:spTree>
    <p:extLst>
      <p:ext uri="{BB962C8B-B14F-4D97-AF65-F5344CB8AC3E}">
        <p14:creationId xmlns:p14="http://schemas.microsoft.com/office/powerpoint/2010/main" val="178661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nodeType="with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500"/>
                                        <p:tgtEl>
                                          <p:spTgt spid="5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16" grpId="0"/>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グループ化 23">
            <a:extLst>
              <a:ext uri="{FF2B5EF4-FFF2-40B4-BE49-F238E27FC236}">
                <a16:creationId xmlns:a16="http://schemas.microsoft.com/office/drawing/2014/main" id="{7A754113-A45D-7428-F22B-E8FC62C333D1}"/>
              </a:ext>
            </a:extLst>
          </p:cNvPr>
          <p:cNvGrpSpPr/>
          <p:nvPr/>
        </p:nvGrpSpPr>
        <p:grpSpPr>
          <a:xfrm>
            <a:off x="549765" y="2310172"/>
            <a:ext cx="3214515" cy="322910"/>
            <a:chOff x="2138152" y="1924203"/>
            <a:chExt cx="4576049" cy="442289"/>
          </a:xfrm>
        </p:grpSpPr>
        <p:cxnSp>
          <p:nvCxnSpPr>
            <p:cNvPr id="27" name="直線コネクタ 26">
              <a:extLst>
                <a:ext uri="{FF2B5EF4-FFF2-40B4-BE49-F238E27FC236}">
                  <a16:creationId xmlns:a16="http://schemas.microsoft.com/office/drawing/2014/main" id="{C37D44E8-461D-5149-537E-9F9001034AAF}"/>
                </a:ext>
              </a:extLst>
            </p:cNvPr>
            <p:cNvCxnSpPr>
              <a:cxnSpLocks/>
            </p:cNvCxnSpPr>
            <p:nvPr/>
          </p:nvCxnSpPr>
          <p:spPr>
            <a:xfrm>
              <a:off x="2138152" y="2145348"/>
              <a:ext cx="4576049" cy="0"/>
            </a:xfrm>
            <a:prstGeom prst="line">
              <a:avLst/>
            </a:prstGeom>
            <a:ln w="28575">
              <a:solidFill>
                <a:schemeClr val="tx1"/>
              </a:solidFill>
              <a:tailEnd type="none"/>
            </a:ln>
          </p:spPr>
          <p:style>
            <a:lnRef idx="2">
              <a:schemeClr val="accent1"/>
            </a:lnRef>
            <a:fillRef idx="0">
              <a:schemeClr val="accent1"/>
            </a:fillRef>
            <a:effectRef idx="1">
              <a:schemeClr val="accent1"/>
            </a:effectRef>
            <a:fontRef idx="minor">
              <a:schemeClr val="tx1"/>
            </a:fontRef>
          </p:style>
        </p:cxnSp>
        <p:pic>
          <p:nvPicPr>
            <p:cNvPr id="33" name="Picture 2" descr="ネットワークスイッチイラスト／無料イラストなら「イラストAC」">
              <a:extLst>
                <a:ext uri="{FF2B5EF4-FFF2-40B4-BE49-F238E27FC236}">
                  <a16:creationId xmlns:a16="http://schemas.microsoft.com/office/drawing/2014/main" id="{968A56C4-FCAD-D14B-F344-98E99A2BE40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40714" r="3635" b="40306"/>
            <a:stretch/>
          </p:blipFill>
          <p:spPr bwMode="auto">
            <a:xfrm>
              <a:off x="3222363" y="1924203"/>
              <a:ext cx="2310168" cy="442289"/>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タイトル 1">
            <a:extLst>
              <a:ext uri="{FF2B5EF4-FFF2-40B4-BE49-F238E27FC236}">
                <a16:creationId xmlns:a16="http://schemas.microsoft.com/office/drawing/2014/main" id="{1FEEF1ED-9D91-8844-60FE-5E477DA0B988}"/>
              </a:ext>
            </a:extLst>
          </p:cNvPr>
          <p:cNvSpPr>
            <a:spLocks noGrp="1"/>
          </p:cNvSpPr>
          <p:nvPr>
            <p:ph type="title"/>
          </p:nvPr>
        </p:nvSpPr>
        <p:spPr/>
        <p:txBody>
          <a:bodyPr/>
          <a:lstStyle/>
          <a:p>
            <a:r>
              <a:rPr lang="en-US" altLang="ja-JP" dirty="0"/>
              <a:t>WBS</a:t>
            </a:r>
            <a:r>
              <a:rPr lang="ja-JP" altLang="en-US" dirty="0"/>
              <a:t>の活用</a:t>
            </a:r>
            <a:endParaRPr lang="en-US" dirty="0"/>
          </a:p>
        </p:txBody>
      </p:sp>
      <p:sp>
        <p:nvSpPr>
          <p:cNvPr id="4" name="スライド番号プレースホルダー 3">
            <a:extLst>
              <a:ext uri="{FF2B5EF4-FFF2-40B4-BE49-F238E27FC236}">
                <a16:creationId xmlns:a16="http://schemas.microsoft.com/office/drawing/2014/main" id="{E4DF154D-B3CA-C5A9-762D-329F9C736C2B}"/>
              </a:ext>
            </a:extLst>
          </p:cNvPr>
          <p:cNvSpPr>
            <a:spLocks noGrp="1"/>
          </p:cNvSpPr>
          <p:nvPr>
            <p:ph type="sldNum" sz="quarter" idx="12"/>
          </p:nvPr>
        </p:nvSpPr>
        <p:spPr/>
        <p:txBody>
          <a:bodyPr/>
          <a:lstStyle/>
          <a:p>
            <a:fld id="{243EA04C-AED1-46B0-BC3C-C24F4C35F66C}" type="slidenum">
              <a:rPr lang="ja-JP" altLang="en-US" smtClean="0"/>
              <a:pPr/>
              <a:t>4</a:t>
            </a:fld>
            <a:endParaRPr lang="ja-JP" altLang="en-US"/>
          </a:p>
        </p:txBody>
      </p:sp>
      <p:sp>
        <p:nvSpPr>
          <p:cNvPr id="12" name="吹き出し: 角を丸めた四角形 11">
            <a:extLst>
              <a:ext uri="{FF2B5EF4-FFF2-40B4-BE49-F238E27FC236}">
                <a16:creationId xmlns:a16="http://schemas.microsoft.com/office/drawing/2014/main" id="{DE74ECEA-47DD-233A-81F4-EE0E1ABC9595}"/>
              </a:ext>
            </a:extLst>
          </p:cNvPr>
          <p:cNvSpPr/>
          <p:nvPr/>
        </p:nvSpPr>
        <p:spPr>
          <a:xfrm>
            <a:off x="1825920" y="1530903"/>
            <a:ext cx="742595" cy="625657"/>
          </a:xfrm>
          <a:prstGeom prst="wedgeRoundRectCallout">
            <a:avLst>
              <a:gd name="adj1" fmla="val -19418"/>
              <a:gd name="adj2" fmla="val 75939"/>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正方形/長方形 12">
            <a:extLst>
              <a:ext uri="{FF2B5EF4-FFF2-40B4-BE49-F238E27FC236}">
                <a16:creationId xmlns:a16="http://schemas.microsoft.com/office/drawing/2014/main" id="{006AD8B6-13FB-39E5-0F29-440EC3ED7781}"/>
              </a:ext>
            </a:extLst>
          </p:cNvPr>
          <p:cNvSpPr/>
          <p:nvPr/>
        </p:nvSpPr>
        <p:spPr>
          <a:xfrm>
            <a:off x="1901856" y="1608038"/>
            <a:ext cx="590721" cy="471386"/>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a:t>NF</a:t>
            </a:r>
            <a:endParaRPr lang="en-US" b="1"/>
          </a:p>
        </p:txBody>
      </p:sp>
      <p:grpSp>
        <p:nvGrpSpPr>
          <p:cNvPr id="23" name="グループ化 22">
            <a:extLst>
              <a:ext uri="{FF2B5EF4-FFF2-40B4-BE49-F238E27FC236}">
                <a16:creationId xmlns:a16="http://schemas.microsoft.com/office/drawing/2014/main" id="{512F1899-8BE7-0E90-6557-8D6BB11F4E80}"/>
              </a:ext>
            </a:extLst>
          </p:cNvPr>
          <p:cNvGrpSpPr/>
          <p:nvPr/>
        </p:nvGrpSpPr>
        <p:grpSpPr>
          <a:xfrm>
            <a:off x="5834921" y="1607962"/>
            <a:ext cx="3130456" cy="978959"/>
            <a:chOff x="4485920" y="1399460"/>
            <a:chExt cx="2907521" cy="978959"/>
          </a:xfrm>
        </p:grpSpPr>
        <p:sp>
          <p:nvSpPr>
            <p:cNvPr id="25" name="吹き出し: 角を丸めた四角形 24">
              <a:extLst>
                <a:ext uri="{FF2B5EF4-FFF2-40B4-BE49-F238E27FC236}">
                  <a16:creationId xmlns:a16="http://schemas.microsoft.com/office/drawing/2014/main" id="{E6F5B0A0-F7D2-AE6E-FD62-4B9FAC6C52BE}"/>
                </a:ext>
              </a:extLst>
            </p:cNvPr>
            <p:cNvSpPr/>
            <p:nvPr/>
          </p:nvSpPr>
          <p:spPr>
            <a:xfrm>
              <a:off x="4485920" y="1590247"/>
              <a:ext cx="2907521" cy="788172"/>
            </a:xfrm>
            <a:prstGeom prst="wedgeRoundRectCallout">
              <a:avLst>
                <a:gd name="adj1" fmla="val -38119"/>
                <a:gd name="adj2" fmla="val 16937"/>
                <a:gd name="adj3" fmla="val 16667"/>
              </a:avLst>
            </a:prstGeom>
            <a:solidFill>
              <a:schemeClr val="bg1"/>
            </a:solidFill>
            <a:ln w="28575" cap="sq">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dirty="0">
                  <a:solidFill>
                    <a:schemeClr val="tx1"/>
                  </a:solidFill>
                  <a:latin typeface="+mj-ea"/>
                  <a:ea typeface="+mj-ea"/>
                </a:rPr>
                <a:t>柔軟な</a:t>
              </a:r>
              <a:r>
                <a:rPr lang="en-US" altLang="ja-JP" dirty="0">
                  <a:solidFill>
                    <a:schemeClr val="tx1"/>
                  </a:solidFill>
                  <a:latin typeface="+mj-ea"/>
                  <a:ea typeface="+mj-ea"/>
                </a:rPr>
                <a:t>NF</a:t>
              </a:r>
              <a:r>
                <a:rPr lang="ja-JP" altLang="en-US" dirty="0">
                  <a:solidFill>
                    <a:schemeClr val="tx1"/>
                  </a:solidFill>
                  <a:latin typeface="+mj-ea"/>
                  <a:ea typeface="+mj-ea"/>
                </a:rPr>
                <a:t>配置が困難</a:t>
              </a:r>
              <a:endParaRPr lang="en-US" altLang="ja-JP" dirty="0">
                <a:solidFill>
                  <a:schemeClr val="tx1"/>
                </a:solidFill>
                <a:latin typeface="+mj-ea"/>
                <a:ea typeface="+mj-ea"/>
              </a:endParaRPr>
            </a:p>
          </p:txBody>
        </p:sp>
        <p:sp>
          <p:nvSpPr>
            <p:cNvPr id="26" name="テキスト ボックス 25">
              <a:extLst>
                <a:ext uri="{FF2B5EF4-FFF2-40B4-BE49-F238E27FC236}">
                  <a16:creationId xmlns:a16="http://schemas.microsoft.com/office/drawing/2014/main" id="{80F5471B-F934-CC67-0CEB-954AB3B2AB17}"/>
                </a:ext>
              </a:extLst>
            </p:cNvPr>
            <p:cNvSpPr txBox="1"/>
            <p:nvPr/>
          </p:nvSpPr>
          <p:spPr>
            <a:xfrm>
              <a:off x="5608089" y="1399460"/>
              <a:ext cx="742595" cy="369332"/>
            </a:xfrm>
            <a:prstGeom prst="rect">
              <a:avLst/>
            </a:prstGeom>
            <a:solidFill>
              <a:schemeClr val="bg1"/>
            </a:solidFill>
          </p:spPr>
          <p:txBody>
            <a:bodyPr wrap="square">
              <a:spAutoFit/>
            </a:bodyPr>
            <a:lstStyle/>
            <a:p>
              <a:pPr algn="ctr"/>
              <a:r>
                <a:rPr lang="ja-JP" altLang="en-US" b="1" dirty="0">
                  <a:latin typeface="+mj-ea"/>
                  <a:ea typeface="+mj-ea"/>
                </a:rPr>
                <a:t>問題</a:t>
              </a:r>
              <a:endParaRPr lang="en-US" b="1" dirty="0"/>
            </a:p>
          </p:txBody>
        </p:sp>
      </p:grpSp>
      <p:grpSp>
        <p:nvGrpSpPr>
          <p:cNvPr id="28" name="グループ化 27">
            <a:extLst>
              <a:ext uri="{FF2B5EF4-FFF2-40B4-BE49-F238E27FC236}">
                <a16:creationId xmlns:a16="http://schemas.microsoft.com/office/drawing/2014/main" id="{9EED6A87-14DC-CCEC-9B95-8DF6F1E1FF05}"/>
              </a:ext>
            </a:extLst>
          </p:cNvPr>
          <p:cNvGrpSpPr/>
          <p:nvPr/>
        </p:nvGrpSpPr>
        <p:grpSpPr>
          <a:xfrm>
            <a:off x="549765" y="4184955"/>
            <a:ext cx="3214515" cy="322910"/>
            <a:chOff x="2138152" y="1924203"/>
            <a:chExt cx="4576049" cy="442289"/>
          </a:xfrm>
        </p:grpSpPr>
        <p:cxnSp>
          <p:nvCxnSpPr>
            <p:cNvPr id="29" name="直線コネクタ 28">
              <a:extLst>
                <a:ext uri="{FF2B5EF4-FFF2-40B4-BE49-F238E27FC236}">
                  <a16:creationId xmlns:a16="http://schemas.microsoft.com/office/drawing/2014/main" id="{E3FFA83C-47CB-5DD9-0174-87FE3E516D70}"/>
                </a:ext>
              </a:extLst>
            </p:cNvPr>
            <p:cNvCxnSpPr>
              <a:cxnSpLocks/>
            </p:cNvCxnSpPr>
            <p:nvPr/>
          </p:nvCxnSpPr>
          <p:spPr>
            <a:xfrm>
              <a:off x="2138152" y="2145348"/>
              <a:ext cx="4576049" cy="0"/>
            </a:xfrm>
            <a:prstGeom prst="line">
              <a:avLst/>
            </a:prstGeom>
            <a:ln w="28575">
              <a:solidFill>
                <a:schemeClr val="tx1"/>
              </a:solidFill>
              <a:tailEnd type="none"/>
            </a:ln>
          </p:spPr>
          <p:style>
            <a:lnRef idx="2">
              <a:schemeClr val="accent1"/>
            </a:lnRef>
            <a:fillRef idx="0">
              <a:schemeClr val="accent1"/>
            </a:fillRef>
            <a:effectRef idx="1">
              <a:schemeClr val="accent1"/>
            </a:effectRef>
            <a:fontRef idx="minor">
              <a:schemeClr val="tx1"/>
            </a:fontRef>
          </p:style>
        </p:cxnSp>
        <p:pic>
          <p:nvPicPr>
            <p:cNvPr id="30" name="Picture 2" descr="ネットワークスイッチイラスト／無料イラストなら「イラストAC」">
              <a:extLst>
                <a:ext uri="{FF2B5EF4-FFF2-40B4-BE49-F238E27FC236}">
                  <a16:creationId xmlns:a16="http://schemas.microsoft.com/office/drawing/2014/main" id="{E0EF2487-F44B-2DA0-EC9B-17315CD51C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40714" r="3635" b="40306"/>
            <a:stretch/>
          </p:blipFill>
          <p:spPr bwMode="auto">
            <a:xfrm>
              <a:off x="3222363" y="1924203"/>
              <a:ext cx="2310168" cy="442289"/>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正方形/長方形 30">
            <a:extLst>
              <a:ext uri="{FF2B5EF4-FFF2-40B4-BE49-F238E27FC236}">
                <a16:creationId xmlns:a16="http://schemas.microsoft.com/office/drawing/2014/main" id="{F55A3252-4B8C-A13B-FBCD-0D5CE2C0ABA0}"/>
              </a:ext>
            </a:extLst>
          </p:cNvPr>
          <p:cNvSpPr/>
          <p:nvPr/>
        </p:nvSpPr>
        <p:spPr>
          <a:xfrm>
            <a:off x="1827431" y="5467307"/>
            <a:ext cx="590721" cy="534732"/>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p>
          <a:p>
            <a:pPr algn="ctr"/>
            <a:r>
              <a:rPr lang="en-US" b="1" dirty="0"/>
              <a:t>A</a:t>
            </a:r>
          </a:p>
        </p:txBody>
      </p:sp>
      <p:cxnSp>
        <p:nvCxnSpPr>
          <p:cNvPr id="32" name="直線コネクタ 31">
            <a:extLst>
              <a:ext uri="{FF2B5EF4-FFF2-40B4-BE49-F238E27FC236}">
                <a16:creationId xmlns:a16="http://schemas.microsoft.com/office/drawing/2014/main" id="{827D6B91-C71A-17FD-1151-DF8BA123149E}"/>
              </a:ext>
            </a:extLst>
          </p:cNvPr>
          <p:cNvCxnSpPr>
            <a:cxnSpLocks/>
            <a:stCxn id="30" idx="2"/>
            <a:endCxn id="19" idx="0"/>
          </p:cNvCxnSpPr>
          <p:nvPr/>
        </p:nvCxnSpPr>
        <p:spPr>
          <a:xfrm flipH="1">
            <a:off x="2122791" y="4507865"/>
            <a:ext cx="2" cy="234868"/>
          </a:xfrm>
          <a:prstGeom prst="line">
            <a:avLst/>
          </a:prstGeom>
          <a:ln w="28575">
            <a:solidFill>
              <a:schemeClr val="tx1"/>
            </a:solidFill>
            <a:tailEnd type="none"/>
          </a:ln>
        </p:spPr>
        <p:style>
          <a:lnRef idx="2">
            <a:schemeClr val="accent1"/>
          </a:lnRef>
          <a:fillRef idx="0">
            <a:schemeClr val="accent1"/>
          </a:fillRef>
          <a:effectRef idx="1">
            <a:schemeClr val="accent1"/>
          </a:effectRef>
          <a:fontRef idx="minor">
            <a:schemeClr val="tx1"/>
          </a:fontRef>
        </p:style>
      </p:cxnSp>
      <p:sp>
        <p:nvSpPr>
          <p:cNvPr id="37" name="二等辺三角形 36">
            <a:extLst>
              <a:ext uri="{FF2B5EF4-FFF2-40B4-BE49-F238E27FC236}">
                <a16:creationId xmlns:a16="http://schemas.microsoft.com/office/drawing/2014/main" id="{12303B43-A66C-9D18-3609-E97085B1479C}"/>
              </a:ext>
            </a:extLst>
          </p:cNvPr>
          <p:cNvSpPr/>
          <p:nvPr/>
        </p:nvSpPr>
        <p:spPr>
          <a:xfrm flipV="1">
            <a:off x="3447053" y="3397431"/>
            <a:ext cx="2009264" cy="148488"/>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テキスト ボックス 38">
            <a:extLst>
              <a:ext uri="{FF2B5EF4-FFF2-40B4-BE49-F238E27FC236}">
                <a16:creationId xmlns:a16="http://schemas.microsoft.com/office/drawing/2014/main" id="{A96752D1-34D1-25F1-A5AA-310C41E227EF}"/>
              </a:ext>
            </a:extLst>
          </p:cNvPr>
          <p:cNvSpPr txBox="1"/>
          <p:nvPr/>
        </p:nvSpPr>
        <p:spPr>
          <a:xfrm>
            <a:off x="2069598" y="2911440"/>
            <a:ext cx="5004801" cy="461665"/>
          </a:xfrm>
          <a:prstGeom prst="rect">
            <a:avLst/>
          </a:prstGeom>
          <a:noFill/>
        </p:spPr>
        <p:txBody>
          <a:bodyPr wrap="square">
            <a:spAutoFit/>
          </a:bodyPr>
          <a:lstStyle/>
          <a:p>
            <a:pPr algn="ctr"/>
            <a:r>
              <a:rPr lang="en-US" altLang="ja-JP" sz="2400" b="1" dirty="0">
                <a:latin typeface="+mj-ea"/>
                <a:ea typeface="+mj-ea"/>
              </a:rPr>
              <a:t>CNF</a:t>
            </a:r>
            <a:r>
              <a:rPr lang="ja-JP" altLang="en-US" sz="2400" b="1" dirty="0">
                <a:latin typeface="+mj-ea"/>
                <a:ea typeface="+mj-ea"/>
              </a:rPr>
              <a:t>としての実装形態を維持</a:t>
            </a:r>
            <a:endParaRPr lang="ja-JP" altLang="en-US" sz="2400" b="1" dirty="0">
              <a:solidFill>
                <a:schemeClr val="tx1"/>
              </a:solidFill>
              <a:latin typeface="+mj-ea"/>
              <a:ea typeface="+mj-ea"/>
            </a:endParaRPr>
          </a:p>
        </p:txBody>
      </p:sp>
      <p:sp>
        <p:nvSpPr>
          <p:cNvPr id="40" name="テキスト ボックス 39">
            <a:extLst>
              <a:ext uri="{FF2B5EF4-FFF2-40B4-BE49-F238E27FC236}">
                <a16:creationId xmlns:a16="http://schemas.microsoft.com/office/drawing/2014/main" id="{516AE360-DABF-3A18-8DC9-78E65848DFF9}"/>
              </a:ext>
            </a:extLst>
          </p:cNvPr>
          <p:cNvSpPr txBox="1"/>
          <p:nvPr/>
        </p:nvSpPr>
        <p:spPr>
          <a:xfrm>
            <a:off x="248025" y="1000637"/>
            <a:ext cx="2746428" cy="461665"/>
          </a:xfrm>
          <a:prstGeom prst="rect">
            <a:avLst/>
          </a:prstGeom>
          <a:noFill/>
        </p:spPr>
        <p:txBody>
          <a:bodyPr wrap="square" rtlCol="0">
            <a:spAutoFit/>
          </a:bodyPr>
          <a:lstStyle/>
          <a:p>
            <a:r>
              <a:rPr lang="en-US" altLang="ja-JP" sz="2400" b="1" dirty="0">
                <a:latin typeface="+mj-ea"/>
                <a:ea typeface="+mj-ea"/>
              </a:rPr>
              <a:t>WBS</a:t>
            </a:r>
            <a:r>
              <a:rPr lang="ja-JP" altLang="en-US" sz="2400" b="1" dirty="0">
                <a:latin typeface="+mj-ea"/>
                <a:ea typeface="+mj-ea"/>
              </a:rPr>
              <a:t>のみの構成</a:t>
            </a:r>
            <a:endParaRPr lang="en-US" sz="2400" b="1" dirty="0">
              <a:latin typeface="+mj-ea"/>
              <a:ea typeface="+mj-ea"/>
            </a:endParaRPr>
          </a:p>
        </p:txBody>
      </p:sp>
      <p:sp>
        <p:nvSpPr>
          <p:cNvPr id="41" name="テキスト ボックス 40">
            <a:extLst>
              <a:ext uri="{FF2B5EF4-FFF2-40B4-BE49-F238E27FC236}">
                <a16:creationId xmlns:a16="http://schemas.microsoft.com/office/drawing/2014/main" id="{65EE94CE-2E04-76B9-1C04-CF5A192CCFD9}"/>
              </a:ext>
            </a:extLst>
          </p:cNvPr>
          <p:cNvSpPr txBox="1"/>
          <p:nvPr/>
        </p:nvSpPr>
        <p:spPr>
          <a:xfrm>
            <a:off x="202869" y="3515956"/>
            <a:ext cx="2746428" cy="461665"/>
          </a:xfrm>
          <a:prstGeom prst="rect">
            <a:avLst/>
          </a:prstGeom>
          <a:noFill/>
        </p:spPr>
        <p:txBody>
          <a:bodyPr wrap="square" rtlCol="0">
            <a:spAutoFit/>
          </a:bodyPr>
          <a:lstStyle/>
          <a:p>
            <a:r>
              <a:rPr lang="en-US" altLang="ja-JP" sz="2400" b="1" dirty="0">
                <a:latin typeface="+mj-ea"/>
                <a:ea typeface="+mj-ea"/>
              </a:rPr>
              <a:t>WBS</a:t>
            </a:r>
            <a:r>
              <a:rPr lang="ja-JP" altLang="en-US" sz="2400" b="1" dirty="0">
                <a:latin typeface="+mj-ea"/>
                <a:ea typeface="+mj-ea"/>
              </a:rPr>
              <a:t>専有の構成</a:t>
            </a:r>
            <a:endParaRPr lang="en-US" altLang="ja-JP" sz="2400" b="1" dirty="0">
              <a:latin typeface="+mj-ea"/>
              <a:ea typeface="+mj-ea"/>
            </a:endParaRPr>
          </a:p>
        </p:txBody>
      </p:sp>
      <p:sp>
        <p:nvSpPr>
          <p:cNvPr id="42" name="正方形/長方形 41">
            <a:extLst>
              <a:ext uri="{FF2B5EF4-FFF2-40B4-BE49-F238E27FC236}">
                <a16:creationId xmlns:a16="http://schemas.microsoft.com/office/drawing/2014/main" id="{4620B56E-9F34-DA88-F3A4-9372B77DE3F4}"/>
              </a:ext>
            </a:extLst>
          </p:cNvPr>
          <p:cNvSpPr/>
          <p:nvPr/>
        </p:nvSpPr>
        <p:spPr>
          <a:xfrm>
            <a:off x="1983544" y="6129195"/>
            <a:ext cx="5176910" cy="534733"/>
          </a:xfrm>
          <a:prstGeom prst="rect">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2000" b="1" dirty="0">
                <a:latin typeface="Noto Sans JP" panose="020B0200000000000000" pitchFamily="34" charset="-128"/>
                <a:ea typeface="Noto Sans JP" panose="020B0200000000000000" pitchFamily="34" charset="-128"/>
              </a:rPr>
              <a:t>異なる</a:t>
            </a:r>
            <a:r>
              <a:rPr lang="en-US" altLang="ja-JP" sz="2000" b="1" dirty="0">
                <a:latin typeface="Noto Sans JP" panose="020B0200000000000000" pitchFamily="34" charset="-128"/>
                <a:ea typeface="Noto Sans JP" panose="020B0200000000000000" pitchFamily="34" charset="-128"/>
              </a:rPr>
              <a:t>NF</a:t>
            </a:r>
            <a:r>
              <a:rPr lang="ja-JP" altLang="en-US" sz="2000" b="1" dirty="0">
                <a:latin typeface="Noto Sans JP" panose="020B0200000000000000" pitchFamily="34" charset="-128"/>
                <a:ea typeface="Noto Sans JP" panose="020B0200000000000000" pitchFamily="34" charset="-128"/>
              </a:rPr>
              <a:t>間で</a:t>
            </a:r>
            <a:r>
              <a:rPr lang="en-US" altLang="ja-JP" sz="2000" b="1" dirty="0">
                <a:latin typeface="Noto Sans JP" panose="020B0200000000000000" pitchFamily="34" charset="-128"/>
                <a:ea typeface="Noto Sans JP" panose="020B0200000000000000" pitchFamily="34" charset="-128"/>
              </a:rPr>
              <a:t>WBS</a:t>
            </a:r>
            <a:r>
              <a:rPr lang="ja-JP" altLang="en-US" sz="2000" b="1" dirty="0">
                <a:latin typeface="Noto Sans JP" panose="020B0200000000000000" pitchFamily="34" charset="-128"/>
                <a:ea typeface="Noto Sans JP" panose="020B0200000000000000" pitchFamily="34" charset="-128"/>
              </a:rPr>
              <a:t>を共有する仕組みが必要</a:t>
            </a:r>
            <a:endParaRPr lang="en-US" altLang="ja-JP" sz="2000" b="1" dirty="0">
              <a:latin typeface="Noto Sans JP" panose="020B0200000000000000" pitchFamily="34" charset="-128"/>
              <a:ea typeface="Noto Sans JP" panose="020B0200000000000000" pitchFamily="34" charset="-128"/>
            </a:endParaRPr>
          </a:p>
        </p:txBody>
      </p:sp>
      <p:sp>
        <p:nvSpPr>
          <p:cNvPr id="9" name="吹き出し: 角を丸めた四角形 8">
            <a:extLst>
              <a:ext uri="{FF2B5EF4-FFF2-40B4-BE49-F238E27FC236}">
                <a16:creationId xmlns:a16="http://schemas.microsoft.com/office/drawing/2014/main" id="{B0181AE1-72AF-5A30-0E96-6ED11DD71927}"/>
              </a:ext>
            </a:extLst>
          </p:cNvPr>
          <p:cNvSpPr/>
          <p:nvPr/>
        </p:nvSpPr>
        <p:spPr>
          <a:xfrm>
            <a:off x="2766066" y="4834394"/>
            <a:ext cx="2459228" cy="1034887"/>
          </a:xfrm>
          <a:prstGeom prst="wedgeRoundRectCallout">
            <a:avLst>
              <a:gd name="adj1" fmla="val -66371"/>
              <a:gd name="adj2" fmla="val 37531"/>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吹き出し: 角を丸めた四角形 9">
            <a:extLst>
              <a:ext uri="{FF2B5EF4-FFF2-40B4-BE49-F238E27FC236}">
                <a16:creationId xmlns:a16="http://schemas.microsoft.com/office/drawing/2014/main" id="{BC774A3E-B83D-99F9-2FD5-F9E7ED7E9242}"/>
              </a:ext>
            </a:extLst>
          </p:cNvPr>
          <p:cNvSpPr/>
          <p:nvPr/>
        </p:nvSpPr>
        <p:spPr>
          <a:xfrm>
            <a:off x="3129270" y="4032571"/>
            <a:ext cx="2459227" cy="554865"/>
          </a:xfrm>
          <a:prstGeom prst="wedgeRoundRectCallout">
            <a:avLst>
              <a:gd name="adj1" fmla="val -69924"/>
              <a:gd name="adj2" fmla="val 8079"/>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四角形: 角を丸くする 14">
            <a:extLst>
              <a:ext uri="{FF2B5EF4-FFF2-40B4-BE49-F238E27FC236}">
                <a16:creationId xmlns:a16="http://schemas.microsoft.com/office/drawing/2014/main" id="{AC6DD7D9-975E-74E8-5D8C-0F33D52D671C}"/>
              </a:ext>
            </a:extLst>
          </p:cNvPr>
          <p:cNvSpPr/>
          <p:nvPr/>
        </p:nvSpPr>
        <p:spPr>
          <a:xfrm>
            <a:off x="2876798" y="4956225"/>
            <a:ext cx="2224382" cy="360832"/>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mj-ea"/>
                <a:ea typeface="+mj-ea"/>
              </a:rPr>
              <a:t>NF</a:t>
            </a:r>
            <a:r>
              <a:rPr kumimoji="1" lang="ja-JP" altLang="en-US" dirty="0">
                <a:solidFill>
                  <a:schemeClr val="tx1"/>
                </a:solidFill>
                <a:latin typeface="+mj-ea"/>
                <a:ea typeface="+mj-ea"/>
              </a:rPr>
              <a:t>共通の処理</a:t>
            </a:r>
          </a:p>
        </p:txBody>
      </p:sp>
      <p:sp>
        <p:nvSpPr>
          <p:cNvPr id="17" name="四角形: 角を丸くする 16">
            <a:extLst>
              <a:ext uri="{FF2B5EF4-FFF2-40B4-BE49-F238E27FC236}">
                <a16:creationId xmlns:a16="http://schemas.microsoft.com/office/drawing/2014/main" id="{0295EADD-BFF8-E9A6-70D9-9241C4923B04}"/>
              </a:ext>
            </a:extLst>
          </p:cNvPr>
          <p:cNvSpPr/>
          <p:nvPr/>
        </p:nvSpPr>
        <p:spPr>
          <a:xfrm>
            <a:off x="2876798" y="5352803"/>
            <a:ext cx="2224382" cy="360832"/>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mj-ea"/>
                <a:ea typeface="+mj-ea"/>
              </a:rPr>
              <a:t>NF</a:t>
            </a:r>
            <a:r>
              <a:rPr lang="ja-JP" altLang="en-US" dirty="0">
                <a:solidFill>
                  <a:schemeClr val="tx1"/>
                </a:solidFill>
                <a:latin typeface="+mj-ea"/>
                <a:ea typeface="+mj-ea"/>
              </a:rPr>
              <a:t>固有の処理</a:t>
            </a:r>
            <a:endParaRPr kumimoji="1" lang="ja-JP" altLang="en-US" dirty="0">
              <a:solidFill>
                <a:schemeClr val="tx1"/>
              </a:solidFill>
              <a:latin typeface="+mj-ea"/>
              <a:ea typeface="+mj-ea"/>
            </a:endParaRPr>
          </a:p>
        </p:txBody>
      </p:sp>
      <p:sp>
        <p:nvSpPr>
          <p:cNvPr id="18" name="矢印: 上カーブ 17">
            <a:extLst>
              <a:ext uri="{FF2B5EF4-FFF2-40B4-BE49-F238E27FC236}">
                <a16:creationId xmlns:a16="http://schemas.microsoft.com/office/drawing/2014/main" id="{3854267F-D9E4-94EE-0B29-34BE65F7E821}"/>
              </a:ext>
            </a:extLst>
          </p:cNvPr>
          <p:cNvSpPr/>
          <p:nvPr/>
        </p:nvSpPr>
        <p:spPr>
          <a:xfrm rot="17297371">
            <a:off x="4949028" y="4542522"/>
            <a:ext cx="1048918" cy="527708"/>
          </a:xfrm>
          <a:prstGeom prst="curvedUpArrow">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0" name="テキスト ボックス 19">
            <a:extLst>
              <a:ext uri="{FF2B5EF4-FFF2-40B4-BE49-F238E27FC236}">
                <a16:creationId xmlns:a16="http://schemas.microsoft.com/office/drawing/2014/main" id="{DDA466E4-43C1-70CF-F400-330885A09498}"/>
              </a:ext>
            </a:extLst>
          </p:cNvPr>
          <p:cNvSpPr txBox="1"/>
          <p:nvPr/>
        </p:nvSpPr>
        <p:spPr>
          <a:xfrm>
            <a:off x="5456317" y="5356360"/>
            <a:ext cx="3595142" cy="369332"/>
          </a:xfrm>
          <a:prstGeom prst="rect">
            <a:avLst/>
          </a:prstGeom>
          <a:noFill/>
        </p:spPr>
        <p:txBody>
          <a:bodyPr wrap="square">
            <a:spAutoFit/>
          </a:bodyPr>
          <a:lstStyle/>
          <a:p>
            <a:pPr algn="ctr"/>
            <a:r>
              <a:rPr lang="ja-JP" altLang="en-US" dirty="0">
                <a:solidFill>
                  <a:schemeClr val="tx1"/>
                </a:solidFill>
                <a:latin typeface="+mj-ea"/>
                <a:ea typeface="+mj-ea"/>
              </a:rPr>
              <a:t>処理のオフロードによる高速化</a:t>
            </a:r>
          </a:p>
        </p:txBody>
      </p:sp>
      <p:sp>
        <p:nvSpPr>
          <p:cNvPr id="8" name="テキスト ボックス 7">
            <a:extLst>
              <a:ext uri="{FF2B5EF4-FFF2-40B4-BE49-F238E27FC236}">
                <a16:creationId xmlns:a16="http://schemas.microsoft.com/office/drawing/2014/main" id="{FFE57C5C-D537-5AE2-A0CA-7EC1F28EA876}"/>
              </a:ext>
            </a:extLst>
          </p:cNvPr>
          <p:cNvSpPr txBox="1"/>
          <p:nvPr/>
        </p:nvSpPr>
        <p:spPr>
          <a:xfrm>
            <a:off x="2568513" y="1648599"/>
            <a:ext cx="2541653" cy="369332"/>
          </a:xfrm>
          <a:prstGeom prst="rect">
            <a:avLst/>
          </a:prstGeom>
          <a:noFill/>
        </p:spPr>
        <p:txBody>
          <a:bodyPr wrap="square">
            <a:spAutoFit/>
          </a:bodyPr>
          <a:lstStyle/>
          <a:p>
            <a:pPr algn="ctr"/>
            <a:r>
              <a:rPr lang="en-US" altLang="ja-JP" dirty="0">
                <a:latin typeface="+mj-ea"/>
                <a:ea typeface="+mj-ea"/>
              </a:rPr>
              <a:t>HW</a:t>
            </a:r>
            <a:r>
              <a:rPr lang="ja-JP" altLang="en-US" dirty="0">
                <a:latin typeface="+mj-ea"/>
                <a:ea typeface="+mj-ea"/>
              </a:rPr>
              <a:t>実装に</a:t>
            </a:r>
            <a:r>
              <a:rPr lang="ja-JP" altLang="en-US" dirty="0">
                <a:solidFill>
                  <a:schemeClr val="tx1"/>
                </a:solidFill>
                <a:latin typeface="+mj-ea"/>
                <a:ea typeface="+mj-ea"/>
              </a:rPr>
              <a:t>よる高速化</a:t>
            </a:r>
          </a:p>
        </p:txBody>
      </p:sp>
      <p:grpSp>
        <p:nvGrpSpPr>
          <p:cNvPr id="11" name="グループ化 10">
            <a:extLst>
              <a:ext uri="{FF2B5EF4-FFF2-40B4-BE49-F238E27FC236}">
                <a16:creationId xmlns:a16="http://schemas.microsoft.com/office/drawing/2014/main" id="{686CF87E-B50D-7362-9FE0-74E3931EDAC3}"/>
              </a:ext>
            </a:extLst>
          </p:cNvPr>
          <p:cNvGrpSpPr/>
          <p:nvPr/>
        </p:nvGrpSpPr>
        <p:grpSpPr>
          <a:xfrm>
            <a:off x="5873820" y="4183817"/>
            <a:ext cx="3091557" cy="894626"/>
            <a:chOff x="3895935" y="1437826"/>
            <a:chExt cx="3917358" cy="798753"/>
          </a:xfrm>
        </p:grpSpPr>
        <p:sp>
          <p:nvSpPr>
            <p:cNvPr id="14" name="吹き出し: 角を丸めた四角形 13">
              <a:extLst>
                <a:ext uri="{FF2B5EF4-FFF2-40B4-BE49-F238E27FC236}">
                  <a16:creationId xmlns:a16="http://schemas.microsoft.com/office/drawing/2014/main" id="{01D65340-452D-868C-4B38-55D474FFA957}"/>
                </a:ext>
              </a:extLst>
            </p:cNvPr>
            <p:cNvSpPr/>
            <p:nvPr/>
          </p:nvSpPr>
          <p:spPr>
            <a:xfrm>
              <a:off x="3895935" y="1590247"/>
              <a:ext cx="3917358" cy="646332"/>
            </a:xfrm>
            <a:prstGeom prst="wedgeRoundRectCallout">
              <a:avLst>
                <a:gd name="adj1" fmla="val -38119"/>
                <a:gd name="adj2" fmla="val 16937"/>
                <a:gd name="adj3" fmla="val 16667"/>
              </a:avLst>
            </a:prstGeom>
            <a:solidFill>
              <a:schemeClr val="bg1"/>
            </a:solidFill>
            <a:ln w="28575" cap="sq">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dirty="0">
                  <a:solidFill>
                    <a:schemeClr val="tx1"/>
                  </a:solidFill>
                  <a:latin typeface="+mj-ea"/>
                  <a:ea typeface="+mj-ea"/>
                </a:rPr>
                <a:t>マルチテナンシーの欠如</a:t>
              </a:r>
            </a:p>
          </p:txBody>
        </p:sp>
        <p:sp>
          <p:nvSpPr>
            <p:cNvPr id="16" name="テキスト ボックス 15">
              <a:extLst>
                <a:ext uri="{FF2B5EF4-FFF2-40B4-BE49-F238E27FC236}">
                  <a16:creationId xmlns:a16="http://schemas.microsoft.com/office/drawing/2014/main" id="{60DE1A88-D32E-CF96-1F6A-03323D75064F}"/>
                </a:ext>
              </a:extLst>
            </p:cNvPr>
            <p:cNvSpPr txBox="1"/>
            <p:nvPr/>
          </p:nvSpPr>
          <p:spPr>
            <a:xfrm>
              <a:off x="5346906" y="1437826"/>
              <a:ext cx="966127" cy="329753"/>
            </a:xfrm>
            <a:prstGeom prst="rect">
              <a:avLst/>
            </a:prstGeom>
            <a:solidFill>
              <a:schemeClr val="bg1"/>
            </a:solidFill>
          </p:spPr>
          <p:txBody>
            <a:bodyPr wrap="square">
              <a:spAutoFit/>
            </a:bodyPr>
            <a:lstStyle/>
            <a:p>
              <a:pPr algn="ctr"/>
              <a:r>
                <a:rPr lang="ja-JP" altLang="en-US" b="1" dirty="0">
                  <a:latin typeface="+mj-ea"/>
                  <a:ea typeface="+mj-ea"/>
                </a:rPr>
                <a:t>問題</a:t>
              </a:r>
              <a:endParaRPr lang="en-US" b="1" dirty="0"/>
            </a:p>
          </p:txBody>
        </p:sp>
      </p:grpSp>
      <p:pic>
        <p:nvPicPr>
          <p:cNvPr id="19" name="Picture 4" descr="データセンターイラスト｜無料イラスト・フリー素材なら「イラストAC」">
            <a:extLst>
              <a:ext uri="{FF2B5EF4-FFF2-40B4-BE49-F238E27FC236}">
                <a16:creationId xmlns:a16="http://schemas.microsoft.com/office/drawing/2014/main" id="{2263CF8B-122E-9B75-C2C1-CC51F6D0855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157" t="9531" r="25686" b="8901"/>
          <a:stretch/>
        </p:blipFill>
        <p:spPr bwMode="auto">
          <a:xfrm>
            <a:off x="1911722" y="4742733"/>
            <a:ext cx="422137" cy="708015"/>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45B82A57-3EED-8190-C396-81F002BC49E1}"/>
              </a:ext>
            </a:extLst>
          </p:cNvPr>
          <p:cNvSpPr txBox="1"/>
          <p:nvPr/>
        </p:nvSpPr>
        <p:spPr>
          <a:xfrm>
            <a:off x="1156814" y="2615234"/>
            <a:ext cx="2000416" cy="369332"/>
          </a:xfrm>
          <a:prstGeom prst="rect">
            <a:avLst/>
          </a:prstGeom>
          <a:noFill/>
        </p:spPr>
        <p:txBody>
          <a:bodyPr wrap="square" rtlCol="0">
            <a:spAutoFit/>
          </a:bodyPr>
          <a:lstStyle/>
          <a:p>
            <a:r>
              <a:rPr lang="en-US" altLang="ja-JP" dirty="0"/>
              <a:t>Whitebox Switch</a:t>
            </a:r>
            <a:endParaRPr lang="en-US" dirty="0"/>
          </a:p>
        </p:txBody>
      </p:sp>
      <p:sp>
        <p:nvSpPr>
          <p:cNvPr id="6" name="正方形/長方形 5">
            <a:extLst>
              <a:ext uri="{FF2B5EF4-FFF2-40B4-BE49-F238E27FC236}">
                <a16:creationId xmlns:a16="http://schemas.microsoft.com/office/drawing/2014/main" id="{F1975390-0345-E0CC-FCD7-3291D45D59A1}"/>
              </a:ext>
            </a:extLst>
          </p:cNvPr>
          <p:cNvSpPr/>
          <p:nvPr/>
        </p:nvSpPr>
        <p:spPr>
          <a:xfrm>
            <a:off x="1143987" y="5467307"/>
            <a:ext cx="590721" cy="534732"/>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p>
          <a:p>
            <a:pPr algn="ctr"/>
            <a:r>
              <a:rPr lang="en-US" b="1" dirty="0"/>
              <a:t>B</a:t>
            </a:r>
          </a:p>
        </p:txBody>
      </p:sp>
      <p:cxnSp>
        <p:nvCxnSpPr>
          <p:cNvPr id="21" name="直線矢印コネクタ 20">
            <a:extLst>
              <a:ext uri="{FF2B5EF4-FFF2-40B4-BE49-F238E27FC236}">
                <a16:creationId xmlns:a16="http://schemas.microsoft.com/office/drawing/2014/main" id="{13CC7252-2956-A4FB-D6FC-D908BEAC25ED}"/>
              </a:ext>
            </a:extLst>
          </p:cNvPr>
          <p:cNvCxnSpPr>
            <a:stCxn id="6" idx="0"/>
          </p:cNvCxnSpPr>
          <p:nvPr/>
        </p:nvCxnSpPr>
        <p:spPr>
          <a:xfrm flipV="1">
            <a:off x="1439348" y="4553149"/>
            <a:ext cx="240862" cy="914158"/>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2" name="乗算記号 21">
            <a:extLst>
              <a:ext uri="{FF2B5EF4-FFF2-40B4-BE49-F238E27FC236}">
                <a16:creationId xmlns:a16="http://schemas.microsoft.com/office/drawing/2014/main" id="{A3D203E8-2909-1AEA-8758-AF449F9C854A}"/>
              </a:ext>
            </a:extLst>
          </p:cNvPr>
          <p:cNvSpPr/>
          <p:nvPr/>
        </p:nvSpPr>
        <p:spPr>
          <a:xfrm>
            <a:off x="1257085" y="4855991"/>
            <a:ext cx="582430" cy="561928"/>
          </a:xfrm>
          <a:prstGeom prst="mathMultiply">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6053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p:tgtEl>
                                          <p:spTgt spid="37"/>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500"/>
                                        <p:tgtEl>
                                          <p:spTgt spid="41"/>
                                        </p:tgtEl>
                                      </p:cBhvr>
                                    </p:animEffect>
                                  </p:childTnLst>
                                </p:cTn>
                              </p:par>
                              <p:par>
                                <p:cTn id="22" presetID="10" presetClass="entr" presetSubtype="0" fill="hold"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par>
                                <p:cTn id="25" presetID="10"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par>
                                <p:cTn id="31" presetID="10"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500"/>
                                        <p:tgtEl>
                                          <p:spTgt spid="3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grpId="1"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500"/>
                                        <p:tgtEl>
                                          <p:spTgt spid="10"/>
                                        </p:tgtEl>
                                      </p:cBhvr>
                                    </p:animEffect>
                                  </p:childTnLst>
                                </p:cTn>
                              </p:par>
                              <p:par>
                                <p:cTn id="48" presetID="42" presetClass="path" presetSubtype="0" fill="hold" grpId="0" nodeType="withEffect">
                                  <p:stCondLst>
                                    <p:cond delay="0"/>
                                  </p:stCondLst>
                                  <p:childTnLst>
                                    <p:animMotion origin="layout" path="M -1.11111E-6 -2.59259E-6 L 0.04045 -0.12153 " pathEditMode="relative" rAng="0" ptsTypes="AA">
                                      <p:cBhvr>
                                        <p:cTn id="49" dur="500" fill="hold"/>
                                        <p:tgtEl>
                                          <p:spTgt spid="15"/>
                                        </p:tgtEl>
                                        <p:attrNameLst>
                                          <p:attrName>ppt_x</p:attrName>
                                          <p:attrName>ppt_y</p:attrName>
                                        </p:attrNameLst>
                                      </p:cBhvr>
                                      <p:rCtr x="2014" y="-6088"/>
                                    </p:animMotion>
                                  </p:childTnLst>
                                </p:cTn>
                              </p:par>
                            </p:childTnLst>
                          </p:cTn>
                        </p:par>
                        <p:par>
                          <p:cTn id="50" fill="hold">
                            <p:stCondLst>
                              <p:cond delay="500"/>
                            </p:stCondLst>
                            <p:childTnLst>
                              <p:par>
                                <p:cTn id="51" presetID="10" presetClass="entr" presetSubtype="0" fill="hold" grpId="0" nodeType="after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500"/>
                                        <p:tgtEl>
                                          <p:spTgt spid="1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fade">
                                      <p:cBhvr>
                                        <p:cTn id="64" dur="500"/>
                                        <p:tgtEl>
                                          <p:spTgt spid="6"/>
                                        </p:tgtEl>
                                      </p:cBhvr>
                                    </p:animEffect>
                                  </p:childTnLst>
                                </p:cTn>
                              </p:par>
                              <p:par>
                                <p:cTn id="65" presetID="10" presetClass="entr" presetSubtype="0" fill="hold"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7" grpId="0" animBg="1"/>
      <p:bldP spid="39" grpId="0"/>
      <p:bldP spid="41" grpId="0"/>
      <p:bldP spid="42" grpId="0" animBg="1"/>
      <p:bldP spid="9" grpId="0" animBg="1"/>
      <p:bldP spid="10" grpId="0" animBg="1"/>
      <p:bldP spid="15" grpId="0" animBg="1"/>
      <p:bldP spid="15" grpId="1" animBg="1"/>
      <p:bldP spid="17" grpId="0" animBg="1"/>
      <p:bldP spid="18" grpId="0" animBg="1"/>
      <p:bldP spid="20" grpId="0"/>
      <p:bldP spid="6"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EB97F-C710-3CF6-6DC4-A4E99396ADE0}"/>
            </a:ext>
          </a:extLst>
        </p:cNvPr>
        <p:cNvGrpSpPr/>
        <p:nvPr/>
      </p:nvGrpSpPr>
      <p:grpSpPr>
        <a:xfrm>
          <a:off x="0" y="0"/>
          <a:ext cx="0" cy="0"/>
          <a:chOff x="0" y="0"/>
          <a:chExt cx="0" cy="0"/>
        </a:xfrm>
      </p:grpSpPr>
      <p:sp>
        <p:nvSpPr>
          <p:cNvPr id="149" name="正方形/長方形 148">
            <a:extLst>
              <a:ext uri="{FF2B5EF4-FFF2-40B4-BE49-F238E27FC236}">
                <a16:creationId xmlns:a16="http://schemas.microsoft.com/office/drawing/2014/main" id="{2276A9BA-DE93-E179-5236-EF0DF3CBF674}"/>
              </a:ext>
            </a:extLst>
          </p:cNvPr>
          <p:cNvSpPr/>
          <p:nvPr/>
        </p:nvSpPr>
        <p:spPr>
          <a:xfrm>
            <a:off x="5430834" y="2859934"/>
            <a:ext cx="544447" cy="445691"/>
          </a:xfrm>
          <a:prstGeom prst="rect">
            <a:avLst/>
          </a:prstGeom>
          <a:solidFill>
            <a:schemeClr val="tx2">
              <a:lumMod val="25000"/>
              <a:lumOff val="75000"/>
            </a:schemeClr>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400" dirty="0"/>
              <a:t>CNFB</a:t>
            </a:r>
            <a:endParaRPr lang="en-US" sz="1600" dirty="0"/>
          </a:p>
        </p:txBody>
      </p:sp>
      <p:sp>
        <p:nvSpPr>
          <p:cNvPr id="150" name="正方形/長方形 149">
            <a:extLst>
              <a:ext uri="{FF2B5EF4-FFF2-40B4-BE49-F238E27FC236}">
                <a16:creationId xmlns:a16="http://schemas.microsoft.com/office/drawing/2014/main" id="{95970D60-F9AC-261D-F311-E29FFE5EE656}"/>
              </a:ext>
            </a:extLst>
          </p:cNvPr>
          <p:cNvSpPr/>
          <p:nvPr/>
        </p:nvSpPr>
        <p:spPr>
          <a:xfrm>
            <a:off x="904549" y="2372139"/>
            <a:ext cx="544447" cy="445691"/>
          </a:xfrm>
          <a:prstGeom prst="rect">
            <a:avLst/>
          </a:prstGeom>
          <a:solidFill>
            <a:schemeClr val="tx2">
              <a:lumMod val="10000"/>
              <a:lumOff val="90000"/>
            </a:schemeClr>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400" dirty="0"/>
              <a:t>CNF</a:t>
            </a:r>
            <a:r>
              <a:rPr lang="ja-JP" altLang="en-US" sz="1400" dirty="0"/>
              <a:t>　</a:t>
            </a:r>
            <a:r>
              <a:rPr lang="en-US" altLang="ja-JP" sz="1400" dirty="0"/>
              <a:t>A</a:t>
            </a:r>
            <a:endParaRPr lang="en-US" sz="1600" dirty="0"/>
          </a:p>
        </p:txBody>
      </p:sp>
      <p:sp>
        <p:nvSpPr>
          <p:cNvPr id="109" name="吹き出し: 角を丸めた四角形 108">
            <a:extLst>
              <a:ext uri="{FF2B5EF4-FFF2-40B4-BE49-F238E27FC236}">
                <a16:creationId xmlns:a16="http://schemas.microsoft.com/office/drawing/2014/main" id="{9F518603-A490-7ACC-87E1-3C1803C675F7}"/>
              </a:ext>
            </a:extLst>
          </p:cNvPr>
          <p:cNvSpPr/>
          <p:nvPr/>
        </p:nvSpPr>
        <p:spPr>
          <a:xfrm>
            <a:off x="407434" y="1309479"/>
            <a:ext cx="1671496" cy="1028329"/>
          </a:xfrm>
          <a:prstGeom prst="wedgeRoundRectCallout">
            <a:avLst>
              <a:gd name="adj1" fmla="val 8031"/>
              <a:gd name="adj2" fmla="val 63241"/>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正方形/長方形 112">
            <a:extLst>
              <a:ext uri="{FF2B5EF4-FFF2-40B4-BE49-F238E27FC236}">
                <a16:creationId xmlns:a16="http://schemas.microsoft.com/office/drawing/2014/main" id="{6B9A0953-AC5C-A8B2-E77C-87A5AE1BEBF3}"/>
              </a:ext>
            </a:extLst>
          </p:cNvPr>
          <p:cNvSpPr/>
          <p:nvPr/>
        </p:nvSpPr>
        <p:spPr>
          <a:xfrm>
            <a:off x="5424552" y="2372139"/>
            <a:ext cx="544447" cy="445691"/>
          </a:xfrm>
          <a:prstGeom prst="rect">
            <a:avLst/>
          </a:prstGeom>
          <a:solidFill>
            <a:schemeClr val="tx2">
              <a:lumMod val="10000"/>
              <a:lumOff val="90000"/>
            </a:schemeClr>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400" dirty="0"/>
              <a:t>CNFA</a:t>
            </a:r>
            <a:endParaRPr lang="en-US" sz="1600" dirty="0"/>
          </a:p>
        </p:txBody>
      </p:sp>
      <p:sp>
        <p:nvSpPr>
          <p:cNvPr id="114" name="吹き出し: 角を丸めた四角形 113">
            <a:extLst>
              <a:ext uri="{FF2B5EF4-FFF2-40B4-BE49-F238E27FC236}">
                <a16:creationId xmlns:a16="http://schemas.microsoft.com/office/drawing/2014/main" id="{F782CBAB-DD1A-1D55-4763-92202D961867}"/>
              </a:ext>
            </a:extLst>
          </p:cNvPr>
          <p:cNvSpPr/>
          <p:nvPr/>
        </p:nvSpPr>
        <p:spPr>
          <a:xfrm>
            <a:off x="4987048" y="1309479"/>
            <a:ext cx="1671496" cy="1028329"/>
          </a:xfrm>
          <a:prstGeom prst="wedgeRoundRectCallout">
            <a:avLst>
              <a:gd name="adj1" fmla="val 2712"/>
              <a:gd name="adj2" fmla="val 62747"/>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4" name="吹き出し: 角を丸めた四角形 153">
            <a:extLst>
              <a:ext uri="{FF2B5EF4-FFF2-40B4-BE49-F238E27FC236}">
                <a16:creationId xmlns:a16="http://schemas.microsoft.com/office/drawing/2014/main" id="{2D13D36B-A38C-D7E2-28C9-FB4DAB9EEE60}"/>
              </a:ext>
            </a:extLst>
          </p:cNvPr>
          <p:cNvSpPr/>
          <p:nvPr/>
        </p:nvSpPr>
        <p:spPr>
          <a:xfrm>
            <a:off x="5017294" y="3329657"/>
            <a:ext cx="1671496" cy="676496"/>
          </a:xfrm>
          <a:prstGeom prst="wedgeRoundRectCallout">
            <a:avLst>
              <a:gd name="adj1" fmla="val 4839"/>
              <a:gd name="adj2" fmla="val -66590"/>
              <a:gd name="adj3" fmla="val 16667"/>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四角形: 角を丸くする 110">
            <a:extLst>
              <a:ext uri="{FF2B5EF4-FFF2-40B4-BE49-F238E27FC236}">
                <a16:creationId xmlns:a16="http://schemas.microsoft.com/office/drawing/2014/main" id="{DD9C0637-4E1E-3C7B-CF10-2E955C7977EA}"/>
              </a:ext>
            </a:extLst>
          </p:cNvPr>
          <p:cNvSpPr/>
          <p:nvPr/>
        </p:nvSpPr>
        <p:spPr>
          <a:xfrm>
            <a:off x="6917426" y="1567485"/>
            <a:ext cx="2009264" cy="1478291"/>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四角形: 角を丸くする 111">
            <a:extLst>
              <a:ext uri="{FF2B5EF4-FFF2-40B4-BE49-F238E27FC236}">
                <a16:creationId xmlns:a16="http://schemas.microsoft.com/office/drawing/2014/main" id="{59266261-DCDE-C759-5F17-11E16C7F9879}"/>
              </a:ext>
            </a:extLst>
          </p:cNvPr>
          <p:cNvSpPr/>
          <p:nvPr/>
        </p:nvSpPr>
        <p:spPr>
          <a:xfrm>
            <a:off x="7045929" y="1631480"/>
            <a:ext cx="1717451" cy="681265"/>
          </a:xfrm>
          <a:prstGeom prst="roundRect">
            <a:avLst/>
          </a:prstGeom>
          <a:solidFill>
            <a:schemeClr val="tx2">
              <a:lumMod val="10000"/>
              <a:lumOff val="9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1D77F61-E5E2-E73C-E001-01810EAFCDA6}"/>
              </a:ext>
            </a:extLst>
          </p:cNvPr>
          <p:cNvSpPr>
            <a:spLocks noGrp="1"/>
          </p:cNvSpPr>
          <p:nvPr>
            <p:ph type="title"/>
          </p:nvPr>
        </p:nvSpPr>
        <p:spPr/>
        <p:txBody>
          <a:bodyPr/>
          <a:lstStyle/>
          <a:p>
            <a:r>
              <a:rPr lang="en-US" altLang="ja-JP" dirty="0"/>
              <a:t>NF</a:t>
            </a:r>
            <a:r>
              <a:rPr lang="ja-JP" altLang="en-US" dirty="0"/>
              <a:t>間での</a:t>
            </a:r>
            <a:r>
              <a:rPr lang="en-US" altLang="ja-JP" dirty="0"/>
              <a:t>WBS</a:t>
            </a:r>
            <a:r>
              <a:rPr lang="ja-JP" altLang="en-US" dirty="0"/>
              <a:t>の共有</a:t>
            </a:r>
            <a:endParaRPr lang="en-US" dirty="0"/>
          </a:p>
        </p:txBody>
      </p:sp>
      <p:sp>
        <p:nvSpPr>
          <p:cNvPr id="4" name="スライド番号プレースホルダー 3">
            <a:extLst>
              <a:ext uri="{FF2B5EF4-FFF2-40B4-BE49-F238E27FC236}">
                <a16:creationId xmlns:a16="http://schemas.microsoft.com/office/drawing/2014/main" id="{F129CBF4-5974-8D22-8333-9BE7CB8C01DE}"/>
              </a:ext>
            </a:extLst>
          </p:cNvPr>
          <p:cNvSpPr>
            <a:spLocks noGrp="1"/>
          </p:cNvSpPr>
          <p:nvPr>
            <p:ph type="sldNum" sz="quarter" idx="12"/>
          </p:nvPr>
        </p:nvSpPr>
        <p:spPr/>
        <p:txBody>
          <a:bodyPr/>
          <a:lstStyle/>
          <a:p>
            <a:fld id="{243EA04C-AED1-46B0-BC3C-C24F4C35F66C}" type="slidenum">
              <a:rPr lang="ja-JP" altLang="en-US" smtClean="0"/>
              <a:pPr/>
              <a:t>5</a:t>
            </a:fld>
            <a:endParaRPr lang="ja-JP" altLang="en-US"/>
          </a:p>
        </p:txBody>
      </p:sp>
      <p:sp>
        <p:nvSpPr>
          <p:cNvPr id="62" name="正方形/長方形 61">
            <a:extLst>
              <a:ext uri="{FF2B5EF4-FFF2-40B4-BE49-F238E27FC236}">
                <a16:creationId xmlns:a16="http://schemas.microsoft.com/office/drawing/2014/main" id="{EBD5B1B9-4B6E-71BD-2A0E-371165C4B73F}"/>
              </a:ext>
            </a:extLst>
          </p:cNvPr>
          <p:cNvSpPr/>
          <p:nvPr/>
        </p:nvSpPr>
        <p:spPr>
          <a:xfrm>
            <a:off x="2367244" y="6263780"/>
            <a:ext cx="4262028" cy="534733"/>
          </a:xfrm>
          <a:prstGeom prst="rect">
            <a:avLst/>
          </a:prstGeom>
          <a:ln w="38100">
            <a:no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2000" b="1" dirty="0">
                <a:latin typeface="Noto Sans JP" panose="020B0200000000000000" pitchFamily="34" charset="-128"/>
                <a:ea typeface="Noto Sans JP" panose="020B0200000000000000" pitchFamily="34" charset="-128"/>
              </a:rPr>
              <a:t>CNF</a:t>
            </a:r>
            <a:r>
              <a:rPr lang="ja-JP" altLang="en-US" sz="2000" b="1" dirty="0">
                <a:latin typeface="Noto Sans JP" panose="020B0200000000000000" pitchFamily="34" charset="-128"/>
                <a:ea typeface="Noto Sans JP" panose="020B0200000000000000" pitchFamily="34" charset="-128"/>
              </a:rPr>
              <a:t>と</a:t>
            </a:r>
            <a:r>
              <a:rPr lang="en-US" altLang="ja-JP" sz="2000" b="1" dirty="0">
                <a:latin typeface="Noto Sans JP" panose="020B0200000000000000" pitchFamily="34" charset="-128"/>
                <a:ea typeface="Noto Sans JP" panose="020B0200000000000000" pitchFamily="34" charset="-128"/>
              </a:rPr>
              <a:t>WBS</a:t>
            </a:r>
            <a:r>
              <a:rPr lang="ja-JP" altLang="en-US" sz="2000" b="1" dirty="0">
                <a:latin typeface="Noto Sans JP" panose="020B0200000000000000" pitchFamily="34" charset="-128"/>
                <a:ea typeface="Noto Sans JP" panose="020B0200000000000000" pitchFamily="34" charset="-128"/>
              </a:rPr>
              <a:t>の</a:t>
            </a:r>
            <a:r>
              <a:rPr lang="en-US" altLang="ja-JP" sz="2000" b="1" dirty="0">
                <a:latin typeface="Noto Sans JP" panose="020B0200000000000000" pitchFamily="34" charset="-128"/>
                <a:ea typeface="Noto Sans JP" panose="020B0200000000000000" pitchFamily="34" charset="-128"/>
              </a:rPr>
              <a:t>“</a:t>
            </a:r>
            <a:r>
              <a:rPr lang="ja-JP" altLang="en-US" sz="2000" b="1" dirty="0">
                <a:latin typeface="Noto Sans JP" panose="020B0200000000000000" pitchFamily="34" charset="-128"/>
                <a:ea typeface="Noto Sans JP" panose="020B0200000000000000" pitchFamily="34" charset="-128"/>
              </a:rPr>
              <a:t>動的</a:t>
            </a:r>
            <a:r>
              <a:rPr lang="en-US" altLang="ja-JP" sz="2000" b="1" dirty="0">
                <a:latin typeface="Noto Sans JP" panose="020B0200000000000000" pitchFamily="34" charset="-128"/>
                <a:ea typeface="Noto Sans JP" panose="020B0200000000000000" pitchFamily="34" charset="-128"/>
              </a:rPr>
              <a:t>”</a:t>
            </a:r>
            <a:r>
              <a:rPr lang="ja-JP" altLang="en-US" sz="2000" b="1" dirty="0">
                <a:latin typeface="Noto Sans JP" panose="020B0200000000000000" pitchFamily="34" charset="-128"/>
                <a:ea typeface="Noto Sans JP" panose="020B0200000000000000" pitchFamily="34" charset="-128"/>
              </a:rPr>
              <a:t>な共有が必要</a:t>
            </a:r>
            <a:endParaRPr lang="en-US" altLang="ja-JP" sz="2000" b="1" dirty="0">
              <a:latin typeface="Noto Sans JP" panose="020B0200000000000000" pitchFamily="34" charset="-128"/>
              <a:ea typeface="Noto Sans JP" panose="020B0200000000000000" pitchFamily="34" charset="-128"/>
            </a:endParaRPr>
          </a:p>
        </p:txBody>
      </p:sp>
      <p:cxnSp>
        <p:nvCxnSpPr>
          <p:cNvPr id="5" name="直線コネクタ 4">
            <a:extLst>
              <a:ext uri="{FF2B5EF4-FFF2-40B4-BE49-F238E27FC236}">
                <a16:creationId xmlns:a16="http://schemas.microsoft.com/office/drawing/2014/main" id="{A15BC151-E32C-6591-94B8-0865666256B8}"/>
              </a:ext>
            </a:extLst>
          </p:cNvPr>
          <p:cNvCxnSpPr>
            <a:cxnSpLocks/>
          </p:cNvCxnSpPr>
          <p:nvPr/>
        </p:nvCxnSpPr>
        <p:spPr>
          <a:xfrm>
            <a:off x="4572000" y="1207613"/>
            <a:ext cx="0" cy="4774109"/>
          </a:xfrm>
          <a:prstGeom prst="line">
            <a:avLst/>
          </a:prstGeom>
          <a:ln w="38100">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14599782-5A9C-80B8-685E-EA19775F669B}"/>
              </a:ext>
            </a:extLst>
          </p:cNvPr>
          <p:cNvSpPr txBox="1"/>
          <p:nvPr/>
        </p:nvSpPr>
        <p:spPr>
          <a:xfrm>
            <a:off x="1610215" y="926807"/>
            <a:ext cx="1455193" cy="369332"/>
          </a:xfrm>
          <a:prstGeom prst="rect">
            <a:avLst/>
          </a:prstGeom>
          <a:noFill/>
        </p:spPr>
        <p:txBody>
          <a:bodyPr wrap="square">
            <a:spAutoFit/>
          </a:bodyPr>
          <a:lstStyle/>
          <a:p>
            <a:r>
              <a:rPr lang="ja-JP" altLang="en-US" b="1" dirty="0">
                <a:latin typeface="+mj-ea"/>
                <a:ea typeface="+mj-ea"/>
              </a:rPr>
              <a:t>静的な共有</a:t>
            </a:r>
            <a:endParaRPr lang="en-US" b="1" dirty="0">
              <a:latin typeface="+mj-ea"/>
              <a:ea typeface="+mj-ea"/>
            </a:endParaRPr>
          </a:p>
        </p:txBody>
      </p:sp>
      <p:sp>
        <p:nvSpPr>
          <p:cNvPr id="7" name="テキスト ボックス 6">
            <a:extLst>
              <a:ext uri="{FF2B5EF4-FFF2-40B4-BE49-F238E27FC236}">
                <a16:creationId xmlns:a16="http://schemas.microsoft.com/office/drawing/2014/main" id="{52435EAD-5E8E-DCC3-7782-00195EB5CA47}"/>
              </a:ext>
            </a:extLst>
          </p:cNvPr>
          <p:cNvSpPr txBox="1"/>
          <p:nvPr/>
        </p:nvSpPr>
        <p:spPr>
          <a:xfrm>
            <a:off x="6076022" y="954983"/>
            <a:ext cx="1455192" cy="369332"/>
          </a:xfrm>
          <a:prstGeom prst="rect">
            <a:avLst/>
          </a:prstGeom>
          <a:noFill/>
        </p:spPr>
        <p:txBody>
          <a:bodyPr wrap="square">
            <a:spAutoFit/>
          </a:bodyPr>
          <a:lstStyle/>
          <a:p>
            <a:r>
              <a:rPr lang="ja-JP" altLang="en-US" b="1" dirty="0">
                <a:latin typeface="+mj-ea"/>
                <a:ea typeface="+mj-ea"/>
              </a:rPr>
              <a:t>動的な共有</a:t>
            </a:r>
            <a:endParaRPr lang="en-US" b="1" dirty="0">
              <a:latin typeface="+mj-ea"/>
              <a:ea typeface="+mj-ea"/>
            </a:endParaRPr>
          </a:p>
        </p:txBody>
      </p:sp>
      <p:sp>
        <p:nvSpPr>
          <p:cNvPr id="105" name="テキスト ボックス 104">
            <a:extLst>
              <a:ext uri="{FF2B5EF4-FFF2-40B4-BE49-F238E27FC236}">
                <a16:creationId xmlns:a16="http://schemas.microsoft.com/office/drawing/2014/main" id="{A671AFAE-817F-F65D-63F5-5CEEE44A54CE}"/>
              </a:ext>
            </a:extLst>
          </p:cNvPr>
          <p:cNvSpPr txBox="1"/>
          <p:nvPr/>
        </p:nvSpPr>
        <p:spPr>
          <a:xfrm>
            <a:off x="2624349" y="1243089"/>
            <a:ext cx="1502357" cy="369332"/>
          </a:xfrm>
          <a:prstGeom prst="rect">
            <a:avLst/>
          </a:prstGeom>
          <a:noFill/>
        </p:spPr>
        <p:txBody>
          <a:bodyPr wrap="square">
            <a:spAutoFit/>
          </a:bodyPr>
          <a:lstStyle/>
          <a:p>
            <a:r>
              <a:rPr lang="en-US" altLang="ja-JP" b="1" dirty="0">
                <a:latin typeface="+mj-ea"/>
                <a:ea typeface="+mj-ea"/>
              </a:rPr>
              <a:t>HW</a:t>
            </a:r>
            <a:r>
              <a:rPr lang="ja-JP" altLang="en-US" b="1" dirty="0">
                <a:latin typeface="+mj-ea"/>
                <a:ea typeface="+mj-ea"/>
              </a:rPr>
              <a:t>リソース</a:t>
            </a:r>
            <a:endParaRPr lang="en-US" dirty="0">
              <a:latin typeface="+mj-ea"/>
              <a:ea typeface="+mj-ea"/>
            </a:endParaRPr>
          </a:p>
        </p:txBody>
      </p:sp>
      <p:sp>
        <p:nvSpPr>
          <p:cNvPr id="106" name="四角形: 角を丸くする 105">
            <a:extLst>
              <a:ext uri="{FF2B5EF4-FFF2-40B4-BE49-F238E27FC236}">
                <a16:creationId xmlns:a16="http://schemas.microsoft.com/office/drawing/2014/main" id="{0170B10B-6E78-8A1F-640C-6B865D14F9E8}"/>
              </a:ext>
            </a:extLst>
          </p:cNvPr>
          <p:cNvSpPr/>
          <p:nvPr/>
        </p:nvSpPr>
        <p:spPr>
          <a:xfrm>
            <a:off x="2337812" y="1599547"/>
            <a:ext cx="2009264" cy="1478291"/>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四角形: 角を丸くする 106">
            <a:extLst>
              <a:ext uri="{FF2B5EF4-FFF2-40B4-BE49-F238E27FC236}">
                <a16:creationId xmlns:a16="http://schemas.microsoft.com/office/drawing/2014/main" id="{B1931D48-12A9-2EE6-187A-46553CC8FF17}"/>
              </a:ext>
            </a:extLst>
          </p:cNvPr>
          <p:cNvSpPr/>
          <p:nvPr/>
        </p:nvSpPr>
        <p:spPr>
          <a:xfrm>
            <a:off x="2474515" y="1652597"/>
            <a:ext cx="1717451" cy="1112391"/>
          </a:xfrm>
          <a:prstGeom prst="roundRect">
            <a:avLst/>
          </a:prstGeom>
          <a:solidFill>
            <a:schemeClr val="tx2">
              <a:lumMod val="10000"/>
              <a:lumOff val="9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テキスト ボックス 109">
            <a:extLst>
              <a:ext uri="{FF2B5EF4-FFF2-40B4-BE49-F238E27FC236}">
                <a16:creationId xmlns:a16="http://schemas.microsoft.com/office/drawing/2014/main" id="{CD6516AC-5F13-B2B9-417D-3BDF33832882}"/>
              </a:ext>
            </a:extLst>
          </p:cNvPr>
          <p:cNvSpPr txBox="1"/>
          <p:nvPr/>
        </p:nvSpPr>
        <p:spPr>
          <a:xfrm>
            <a:off x="7203963" y="1211027"/>
            <a:ext cx="1502357" cy="369332"/>
          </a:xfrm>
          <a:prstGeom prst="rect">
            <a:avLst/>
          </a:prstGeom>
          <a:noFill/>
        </p:spPr>
        <p:txBody>
          <a:bodyPr wrap="square">
            <a:spAutoFit/>
          </a:bodyPr>
          <a:lstStyle/>
          <a:p>
            <a:r>
              <a:rPr lang="en-US" altLang="ja-JP" b="1" dirty="0">
                <a:latin typeface="+mj-ea"/>
                <a:ea typeface="+mj-ea"/>
              </a:rPr>
              <a:t>HW</a:t>
            </a:r>
            <a:r>
              <a:rPr lang="ja-JP" altLang="en-US" b="1" dirty="0">
                <a:latin typeface="+mj-ea"/>
                <a:ea typeface="+mj-ea"/>
              </a:rPr>
              <a:t>リソース</a:t>
            </a:r>
            <a:endParaRPr lang="en-US" dirty="0">
              <a:latin typeface="+mj-ea"/>
              <a:ea typeface="+mj-ea"/>
            </a:endParaRPr>
          </a:p>
        </p:txBody>
      </p:sp>
      <p:sp>
        <p:nvSpPr>
          <p:cNvPr id="118" name="吹き出し: 角を丸めた四角形 117">
            <a:extLst>
              <a:ext uri="{FF2B5EF4-FFF2-40B4-BE49-F238E27FC236}">
                <a16:creationId xmlns:a16="http://schemas.microsoft.com/office/drawing/2014/main" id="{F978E80D-B6B9-13ED-959B-C4B108338DDC}"/>
              </a:ext>
            </a:extLst>
          </p:cNvPr>
          <p:cNvSpPr/>
          <p:nvPr/>
        </p:nvSpPr>
        <p:spPr>
          <a:xfrm>
            <a:off x="707147" y="4695815"/>
            <a:ext cx="3309933" cy="485040"/>
          </a:xfrm>
          <a:prstGeom prst="wedgeRoundRectCallout">
            <a:avLst>
              <a:gd name="adj1" fmla="val -38119"/>
              <a:gd name="adj2" fmla="val 16937"/>
              <a:gd name="adj3" fmla="val 16667"/>
            </a:avLst>
          </a:prstGeom>
          <a:solidFill>
            <a:schemeClr val="bg1"/>
          </a:solidFill>
          <a:ln w="57150" cap="sq">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ja-JP" dirty="0">
                <a:solidFill>
                  <a:schemeClr val="tx1"/>
                </a:solidFill>
                <a:latin typeface="+mj-ea"/>
                <a:ea typeface="+mj-ea"/>
              </a:rPr>
              <a:t>HW</a:t>
            </a:r>
            <a:r>
              <a:rPr lang="ja-JP" altLang="en-US" dirty="0">
                <a:solidFill>
                  <a:schemeClr val="tx1"/>
                </a:solidFill>
                <a:latin typeface="+mj-ea"/>
                <a:ea typeface="+mj-ea"/>
              </a:rPr>
              <a:t>リソースの浪費</a:t>
            </a:r>
            <a:endParaRPr lang="en-US" altLang="ja-JP" dirty="0">
              <a:solidFill>
                <a:schemeClr val="tx1"/>
              </a:solidFill>
              <a:latin typeface="+mj-ea"/>
              <a:ea typeface="+mj-ea"/>
            </a:endParaRPr>
          </a:p>
        </p:txBody>
      </p:sp>
      <p:sp>
        <p:nvSpPr>
          <p:cNvPr id="121" name="吹き出し: 角を丸めた四角形 120">
            <a:extLst>
              <a:ext uri="{FF2B5EF4-FFF2-40B4-BE49-F238E27FC236}">
                <a16:creationId xmlns:a16="http://schemas.microsoft.com/office/drawing/2014/main" id="{367084DB-7714-64DD-D4D2-5EF86C56C975}"/>
              </a:ext>
            </a:extLst>
          </p:cNvPr>
          <p:cNvSpPr/>
          <p:nvPr/>
        </p:nvSpPr>
        <p:spPr>
          <a:xfrm>
            <a:off x="707148" y="4126139"/>
            <a:ext cx="3309932" cy="471386"/>
          </a:xfrm>
          <a:prstGeom prst="wedgeRoundRectCallout">
            <a:avLst>
              <a:gd name="adj1" fmla="val -38119"/>
              <a:gd name="adj2" fmla="val 16937"/>
              <a:gd name="adj3" fmla="val 16667"/>
            </a:avLst>
          </a:prstGeom>
          <a:solidFill>
            <a:schemeClr val="bg1"/>
          </a:solidFill>
          <a:ln w="57150" cap="sq">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dirty="0">
                <a:solidFill>
                  <a:schemeClr val="tx1"/>
                </a:solidFill>
                <a:latin typeface="+mj-ea"/>
                <a:ea typeface="+mj-ea"/>
              </a:rPr>
              <a:t>常に最大性能で検索可能</a:t>
            </a:r>
            <a:endParaRPr lang="en-US" altLang="ja-JP" dirty="0">
              <a:solidFill>
                <a:schemeClr val="tx1"/>
              </a:solidFill>
              <a:latin typeface="+mj-ea"/>
              <a:ea typeface="+mj-ea"/>
            </a:endParaRPr>
          </a:p>
        </p:txBody>
      </p:sp>
      <p:sp>
        <p:nvSpPr>
          <p:cNvPr id="132" name="吹き出し: 角を丸めた四角形 131">
            <a:extLst>
              <a:ext uri="{FF2B5EF4-FFF2-40B4-BE49-F238E27FC236}">
                <a16:creationId xmlns:a16="http://schemas.microsoft.com/office/drawing/2014/main" id="{0A762FD1-41EB-80D3-736A-5384BC0A722F}"/>
              </a:ext>
            </a:extLst>
          </p:cNvPr>
          <p:cNvSpPr/>
          <p:nvPr/>
        </p:nvSpPr>
        <p:spPr>
          <a:xfrm>
            <a:off x="5206283" y="4714867"/>
            <a:ext cx="3309931" cy="471386"/>
          </a:xfrm>
          <a:prstGeom prst="wedgeRoundRectCallout">
            <a:avLst>
              <a:gd name="adj1" fmla="val -38119"/>
              <a:gd name="adj2" fmla="val 16937"/>
              <a:gd name="adj3" fmla="val 16667"/>
            </a:avLst>
          </a:prstGeom>
          <a:solidFill>
            <a:schemeClr val="bg1"/>
          </a:solidFill>
          <a:ln w="57150" cap="sq">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dirty="0">
                <a:solidFill>
                  <a:schemeClr val="tx1"/>
                </a:solidFill>
                <a:latin typeface="+mj-ea"/>
                <a:ea typeface="+mj-ea"/>
              </a:rPr>
              <a:t>制御負荷の増大</a:t>
            </a:r>
          </a:p>
        </p:txBody>
      </p:sp>
      <p:sp>
        <p:nvSpPr>
          <p:cNvPr id="135" name="吹き出し: 角を丸めた四角形 134">
            <a:extLst>
              <a:ext uri="{FF2B5EF4-FFF2-40B4-BE49-F238E27FC236}">
                <a16:creationId xmlns:a16="http://schemas.microsoft.com/office/drawing/2014/main" id="{103B4933-C940-323A-6C3B-0BA3D639CE02}"/>
              </a:ext>
            </a:extLst>
          </p:cNvPr>
          <p:cNvSpPr/>
          <p:nvPr/>
        </p:nvSpPr>
        <p:spPr>
          <a:xfrm>
            <a:off x="5206284" y="4125872"/>
            <a:ext cx="3309932" cy="471386"/>
          </a:xfrm>
          <a:prstGeom prst="wedgeRoundRectCallout">
            <a:avLst>
              <a:gd name="adj1" fmla="val -38119"/>
              <a:gd name="adj2" fmla="val 16937"/>
              <a:gd name="adj3" fmla="val 16667"/>
            </a:avLst>
          </a:prstGeom>
          <a:solidFill>
            <a:schemeClr val="bg1"/>
          </a:solidFill>
          <a:ln w="57150" cap="sq">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ja-JP" dirty="0">
                <a:solidFill>
                  <a:schemeClr val="tx1"/>
                </a:solidFill>
                <a:latin typeface="+mj-ea"/>
                <a:ea typeface="+mj-ea"/>
              </a:rPr>
              <a:t>HW</a:t>
            </a:r>
            <a:r>
              <a:rPr lang="ja-JP" altLang="en-US" dirty="0">
                <a:solidFill>
                  <a:schemeClr val="tx1"/>
                </a:solidFill>
                <a:latin typeface="+mj-ea"/>
                <a:ea typeface="+mj-ea"/>
              </a:rPr>
              <a:t>リソースの有効活用</a:t>
            </a:r>
            <a:endParaRPr lang="en-US" altLang="ja-JP" dirty="0">
              <a:solidFill>
                <a:schemeClr val="tx1"/>
              </a:solidFill>
              <a:latin typeface="+mj-ea"/>
              <a:ea typeface="+mj-ea"/>
            </a:endParaRPr>
          </a:p>
        </p:txBody>
      </p:sp>
      <p:sp>
        <p:nvSpPr>
          <p:cNvPr id="137" name="四角形: 角を丸くする 136">
            <a:extLst>
              <a:ext uri="{FF2B5EF4-FFF2-40B4-BE49-F238E27FC236}">
                <a16:creationId xmlns:a16="http://schemas.microsoft.com/office/drawing/2014/main" id="{3337CEB8-E031-DFFD-0215-D978EEF21B82}"/>
              </a:ext>
            </a:extLst>
          </p:cNvPr>
          <p:cNvSpPr/>
          <p:nvPr/>
        </p:nvSpPr>
        <p:spPr>
          <a:xfrm>
            <a:off x="7052176" y="2407054"/>
            <a:ext cx="1717451" cy="558171"/>
          </a:xfrm>
          <a:prstGeom prst="roundRect">
            <a:avLst/>
          </a:prstGeom>
          <a:solidFill>
            <a:schemeClr val="tx2">
              <a:lumMod val="25000"/>
              <a:lumOff val="75000"/>
            </a:schemeClr>
          </a:solidFill>
          <a:ln w="12700">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四角形: 角を丸くする 140">
            <a:extLst>
              <a:ext uri="{FF2B5EF4-FFF2-40B4-BE49-F238E27FC236}">
                <a16:creationId xmlns:a16="http://schemas.microsoft.com/office/drawing/2014/main" id="{AB35F19C-49F6-557D-A74A-CB8E1F4721D4}"/>
              </a:ext>
            </a:extLst>
          </p:cNvPr>
          <p:cNvSpPr/>
          <p:nvPr/>
        </p:nvSpPr>
        <p:spPr>
          <a:xfrm>
            <a:off x="4907783" y="5363179"/>
            <a:ext cx="3957425" cy="517082"/>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latin typeface="+mj-ea"/>
                <a:ea typeface="+mj-ea"/>
              </a:rPr>
              <a:t>柔軟なリソース割り当てが可能</a:t>
            </a:r>
            <a:endParaRPr lang="en-US" dirty="0">
              <a:latin typeface="+mj-ea"/>
              <a:ea typeface="+mj-ea"/>
            </a:endParaRPr>
          </a:p>
        </p:txBody>
      </p:sp>
      <p:sp>
        <p:nvSpPr>
          <p:cNvPr id="142" name="二等辺三角形 141">
            <a:extLst>
              <a:ext uri="{FF2B5EF4-FFF2-40B4-BE49-F238E27FC236}">
                <a16:creationId xmlns:a16="http://schemas.microsoft.com/office/drawing/2014/main" id="{A7192892-3785-D215-EC93-D69A77F244C1}"/>
              </a:ext>
            </a:extLst>
          </p:cNvPr>
          <p:cNvSpPr/>
          <p:nvPr/>
        </p:nvSpPr>
        <p:spPr>
          <a:xfrm flipV="1">
            <a:off x="3567368" y="6067617"/>
            <a:ext cx="2009264" cy="148488"/>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4" name="四角形: 角を丸くする 143">
            <a:extLst>
              <a:ext uri="{FF2B5EF4-FFF2-40B4-BE49-F238E27FC236}">
                <a16:creationId xmlns:a16="http://schemas.microsoft.com/office/drawing/2014/main" id="{BEC0A92B-3A65-6E77-3807-D77E2228A9A2}"/>
              </a:ext>
            </a:extLst>
          </p:cNvPr>
          <p:cNvSpPr/>
          <p:nvPr/>
        </p:nvSpPr>
        <p:spPr>
          <a:xfrm>
            <a:off x="367924" y="5357060"/>
            <a:ext cx="3957425" cy="517082"/>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latin typeface="+mj-ea"/>
                <a:ea typeface="+mj-ea"/>
              </a:rPr>
              <a:t>HW</a:t>
            </a:r>
            <a:r>
              <a:rPr lang="ja-JP" altLang="en-US" dirty="0">
                <a:latin typeface="+mj-ea"/>
                <a:ea typeface="+mj-ea"/>
              </a:rPr>
              <a:t>リソースの枯渇</a:t>
            </a:r>
            <a:endParaRPr lang="en-US" dirty="0">
              <a:latin typeface="+mj-ea"/>
              <a:ea typeface="+mj-ea"/>
            </a:endParaRPr>
          </a:p>
        </p:txBody>
      </p:sp>
      <p:pic>
        <p:nvPicPr>
          <p:cNvPr id="155" name="図 154">
            <a:extLst>
              <a:ext uri="{FF2B5EF4-FFF2-40B4-BE49-F238E27FC236}">
                <a16:creationId xmlns:a16="http://schemas.microsoft.com/office/drawing/2014/main" id="{9168D52F-9987-4589-F0F8-2E59E81BECC9}"/>
              </a:ext>
            </a:extLst>
          </p:cNvPr>
          <p:cNvPicPr>
            <a:picLocks noChangeAspect="1"/>
          </p:cNvPicPr>
          <p:nvPr/>
        </p:nvPicPr>
        <p:blipFill>
          <a:blip r:embed="rId3">
            <a:extLst>
              <a:ext uri="{28A0092B-C50C-407E-A947-70E740481C1C}">
                <a14:useLocalDpi xmlns:a14="http://schemas.microsoft.com/office/drawing/2010/main" val="0"/>
              </a:ext>
            </a:extLst>
          </a:blip>
          <a:srcRect l="33079" b="21898"/>
          <a:stretch>
            <a:fillRect/>
          </a:stretch>
        </p:blipFill>
        <p:spPr>
          <a:xfrm>
            <a:off x="5126920" y="3495538"/>
            <a:ext cx="1502351" cy="456608"/>
          </a:xfrm>
          <a:prstGeom prst="rect">
            <a:avLst/>
          </a:prstGeom>
        </p:spPr>
      </p:pic>
      <p:pic>
        <p:nvPicPr>
          <p:cNvPr id="147" name="図 146">
            <a:extLst>
              <a:ext uri="{FF2B5EF4-FFF2-40B4-BE49-F238E27FC236}">
                <a16:creationId xmlns:a16="http://schemas.microsoft.com/office/drawing/2014/main" id="{C865E5DF-8AE7-31D5-5508-2F3902B7B8FF}"/>
              </a:ext>
            </a:extLst>
          </p:cNvPr>
          <p:cNvPicPr>
            <a:picLocks noChangeAspect="1"/>
          </p:cNvPicPr>
          <p:nvPr/>
        </p:nvPicPr>
        <p:blipFill>
          <a:blip r:embed="rId3">
            <a:extLst>
              <a:ext uri="{28A0092B-C50C-407E-A947-70E740481C1C}">
                <a14:useLocalDpi xmlns:a14="http://schemas.microsoft.com/office/drawing/2010/main" val="0"/>
              </a:ext>
            </a:extLst>
          </a:blip>
          <a:srcRect l="33079" b="61025"/>
          <a:stretch>
            <a:fillRect/>
          </a:stretch>
        </p:blipFill>
        <p:spPr>
          <a:xfrm>
            <a:off x="5126920" y="3383644"/>
            <a:ext cx="1502351" cy="227865"/>
          </a:xfrm>
          <a:prstGeom prst="rect">
            <a:avLst/>
          </a:prstGeom>
        </p:spPr>
      </p:pic>
      <p:pic>
        <p:nvPicPr>
          <p:cNvPr id="157" name="図 156">
            <a:extLst>
              <a:ext uri="{FF2B5EF4-FFF2-40B4-BE49-F238E27FC236}">
                <a16:creationId xmlns:a16="http://schemas.microsoft.com/office/drawing/2014/main" id="{6ADE0505-B870-2EFF-B277-696B62A0B043}"/>
              </a:ext>
            </a:extLst>
          </p:cNvPr>
          <p:cNvPicPr>
            <a:picLocks noChangeAspect="1"/>
          </p:cNvPicPr>
          <p:nvPr/>
        </p:nvPicPr>
        <p:blipFill>
          <a:blip r:embed="rId3">
            <a:extLst>
              <a:ext uri="{28A0092B-C50C-407E-A947-70E740481C1C}">
                <a14:useLocalDpi xmlns:a14="http://schemas.microsoft.com/office/drawing/2010/main" val="0"/>
              </a:ext>
            </a:extLst>
          </a:blip>
          <a:srcRect l="33079" t="-1" b="519"/>
          <a:stretch>
            <a:fillRect/>
          </a:stretch>
        </p:blipFill>
        <p:spPr>
          <a:xfrm>
            <a:off x="5071619" y="1659273"/>
            <a:ext cx="1502351" cy="581602"/>
          </a:xfrm>
          <a:prstGeom prst="rect">
            <a:avLst/>
          </a:prstGeom>
        </p:spPr>
      </p:pic>
      <p:pic>
        <p:nvPicPr>
          <p:cNvPr id="156" name="図 155">
            <a:extLst>
              <a:ext uri="{FF2B5EF4-FFF2-40B4-BE49-F238E27FC236}">
                <a16:creationId xmlns:a16="http://schemas.microsoft.com/office/drawing/2014/main" id="{092193E8-DB49-5021-879F-0C9815821D08}"/>
              </a:ext>
            </a:extLst>
          </p:cNvPr>
          <p:cNvPicPr>
            <a:picLocks noChangeAspect="1"/>
          </p:cNvPicPr>
          <p:nvPr/>
        </p:nvPicPr>
        <p:blipFill>
          <a:blip r:embed="rId3">
            <a:extLst>
              <a:ext uri="{28A0092B-C50C-407E-A947-70E740481C1C}">
                <a14:useLocalDpi xmlns:a14="http://schemas.microsoft.com/office/drawing/2010/main" val="0"/>
              </a:ext>
            </a:extLst>
          </a:blip>
          <a:srcRect l="33079" b="39412"/>
          <a:stretch>
            <a:fillRect/>
          </a:stretch>
        </p:blipFill>
        <p:spPr>
          <a:xfrm>
            <a:off x="5071620" y="1421467"/>
            <a:ext cx="1502351" cy="354219"/>
          </a:xfrm>
          <a:prstGeom prst="rect">
            <a:avLst/>
          </a:prstGeom>
        </p:spPr>
      </p:pic>
      <p:grpSp>
        <p:nvGrpSpPr>
          <p:cNvPr id="9" name="グループ化 8">
            <a:extLst>
              <a:ext uri="{FF2B5EF4-FFF2-40B4-BE49-F238E27FC236}">
                <a16:creationId xmlns:a16="http://schemas.microsoft.com/office/drawing/2014/main" id="{4A01CEAA-3186-FC36-7523-3616E8D2C191}"/>
              </a:ext>
            </a:extLst>
          </p:cNvPr>
          <p:cNvGrpSpPr/>
          <p:nvPr/>
        </p:nvGrpSpPr>
        <p:grpSpPr>
          <a:xfrm>
            <a:off x="496625" y="1394523"/>
            <a:ext cx="1502352" cy="823218"/>
            <a:chOff x="606824" y="1315004"/>
            <a:chExt cx="1502352" cy="823218"/>
          </a:xfrm>
        </p:grpSpPr>
        <p:pic>
          <p:nvPicPr>
            <p:cNvPr id="3" name="図 2">
              <a:extLst>
                <a:ext uri="{FF2B5EF4-FFF2-40B4-BE49-F238E27FC236}">
                  <a16:creationId xmlns:a16="http://schemas.microsoft.com/office/drawing/2014/main" id="{6B29D60B-2A70-37E1-3F3E-C210537E61FF}"/>
                </a:ext>
              </a:extLst>
            </p:cNvPr>
            <p:cNvPicPr>
              <a:picLocks noChangeAspect="1"/>
            </p:cNvPicPr>
            <p:nvPr/>
          </p:nvPicPr>
          <p:blipFill>
            <a:blip r:embed="rId3">
              <a:extLst>
                <a:ext uri="{28A0092B-C50C-407E-A947-70E740481C1C}">
                  <a14:useLocalDpi xmlns:a14="http://schemas.microsoft.com/office/drawing/2010/main" val="0"/>
                </a:ext>
              </a:extLst>
            </a:blip>
            <a:srcRect l="33079" t="-1" b="519"/>
            <a:stretch>
              <a:fillRect/>
            </a:stretch>
          </p:blipFill>
          <p:spPr>
            <a:xfrm>
              <a:off x="606824" y="1556620"/>
              <a:ext cx="1502351" cy="581602"/>
            </a:xfrm>
            <a:prstGeom prst="rect">
              <a:avLst/>
            </a:prstGeom>
          </p:spPr>
        </p:pic>
        <p:pic>
          <p:nvPicPr>
            <p:cNvPr id="8" name="図 7">
              <a:extLst>
                <a:ext uri="{FF2B5EF4-FFF2-40B4-BE49-F238E27FC236}">
                  <a16:creationId xmlns:a16="http://schemas.microsoft.com/office/drawing/2014/main" id="{A428586B-C9F3-F516-0AA9-647F03C89819}"/>
                </a:ext>
              </a:extLst>
            </p:cNvPr>
            <p:cNvPicPr>
              <a:picLocks noChangeAspect="1"/>
            </p:cNvPicPr>
            <p:nvPr/>
          </p:nvPicPr>
          <p:blipFill>
            <a:blip r:embed="rId3">
              <a:extLst>
                <a:ext uri="{28A0092B-C50C-407E-A947-70E740481C1C}">
                  <a14:useLocalDpi xmlns:a14="http://schemas.microsoft.com/office/drawing/2010/main" val="0"/>
                </a:ext>
              </a:extLst>
            </a:blip>
            <a:srcRect l="33079" b="39412"/>
            <a:stretch>
              <a:fillRect/>
            </a:stretch>
          </p:blipFill>
          <p:spPr>
            <a:xfrm>
              <a:off x="606825" y="1315004"/>
              <a:ext cx="1502351" cy="354219"/>
            </a:xfrm>
            <a:prstGeom prst="rect">
              <a:avLst/>
            </a:prstGeom>
          </p:spPr>
        </p:pic>
      </p:grpSp>
      <p:sp>
        <p:nvSpPr>
          <p:cNvPr id="10" name="正方形/長方形 9">
            <a:extLst>
              <a:ext uri="{FF2B5EF4-FFF2-40B4-BE49-F238E27FC236}">
                <a16:creationId xmlns:a16="http://schemas.microsoft.com/office/drawing/2014/main" id="{95CA13E8-2302-3996-A394-5940B2ED96D9}"/>
              </a:ext>
            </a:extLst>
          </p:cNvPr>
          <p:cNvSpPr/>
          <p:nvPr/>
        </p:nvSpPr>
        <p:spPr>
          <a:xfrm>
            <a:off x="904549" y="2859934"/>
            <a:ext cx="544447" cy="445691"/>
          </a:xfrm>
          <a:prstGeom prst="rect">
            <a:avLst/>
          </a:prstGeom>
          <a:solidFill>
            <a:schemeClr val="tx2">
              <a:lumMod val="25000"/>
              <a:lumOff val="75000"/>
            </a:schemeClr>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400" dirty="0"/>
              <a:t>CNFB</a:t>
            </a:r>
            <a:endParaRPr lang="en-US" sz="1600" dirty="0"/>
          </a:p>
        </p:txBody>
      </p:sp>
      <p:sp>
        <p:nvSpPr>
          <p:cNvPr id="13" name="吹き出し: 角を丸めた四角形 12">
            <a:extLst>
              <a:ext uri="{FF2B5EF4-FFF2-40B4-BE49-F238E27FC236}">
                <a16:creationId xmlns:a16="http://schemas.microsoft.com/office/drawing/2014/main" id="{A3EFECA5-ECCC-DA1B-0695-FB953A0E7457}"/>
              </a:ext>
            </a:extLst>
          </p:cNvPr>
          <p:cNvSpPr/>
          <p:nvPr/>
        </p:nvSpPr>
        <p:spPr>
          <a:xfrm>
            <a:off x="497198" y="3329657"/>
            <a:ext cx="1671496" cy="676496"/>
          </a:xfrm>
          <a:prstGeom prst="wedgeRoundRectCallout">
            <a:avLst>
              <a:gd name="adj1" fmla="val 4839"/>
              <a:gd name="adj2" fmla="val -66590"/>
              <a:gd name="adj3" fmla="val 16667"/>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吹き出し: 角を丸めた四角形 15">
            <a:extLst>
              <a:ext uri="{FF2B5EF4-FFF2-40B4-BE49-F238E27FC236}">
                <a16:creationId xmlns:a16="http://schemas.microsoft.com/office/drawing/2014/main" id="{89E270C1-F0C6-9B7F-2F60-7F2EEEFC4A95}"/>
              </a:ext>
            </a:extLst>
          </p:cNvPr>
          <p:cNvSpPr/>
          <p:nvPr/>
        </p:nvSpPr>
        <p:spPr>
          <a:xfrm>
            <a:off x="2506696" y="2819042"/>
            <a:ext cx="1671496" cy="676496"/>
          </a:xfrm>
          <a:prstGeom prst="wedgeRoundRectCallout">
            <a:avLst>
              <a:gd name="adj1" fmla="val 19427"/>
              <a:gd name="adj2" fmla="val -38430"/>
              <a:gd name="adj3" fmla="val 16667"/>
            </a:avLst>
          </a:prstGeom>
          <a:solidFill>
            <a:schemeClr val="tx2">
              <a:lumMod val="25000"/>
              <a:lumOff val="7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吹き出し: 角を丸めた四角形 16">
            <a:extLst>
              <a:ext uri="{FF2B5EF4-FFF2-40B4-BE49-F238E27FC236}">
                <a16:creationId xmlns:a16="http://schemas.microsoft.com/office/drawing/2014/main" id="{513C51C0-1D1C-19CC-57F1-EFC8B9B83183}"/>
              </a:ext>
            </a:extLst>
          </p:cNvPr>
          <p:cNvSpPr/>
          <p:nvPr/>
        </p:nvSpPr>
        <p:spPr>
          <a:xfrm>
            <a:off x="2506696" y="2812663"/>
            <a:ext cx="1671496" cy="676496"/>
          </a:xfrm>
          <a:prstGeom prst="wedgeRoundRectCallout">
            <a:avLst>
              <a:gd name="adj1" fmla="val 19427"/>
              <a:gd name="adj2" fmla="val -38430"/>
              <a:gd name="adj3" fmla="val 16667"/>
            </a:avLst>
          </a:prstGeom>
          <a:solidFill>
            <a:schemeClr val="tx2">
              <a:lumMod val="25000"/>
              <a:lumOff val="7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グループ化 10">
            <a:extLst>
              <a:ext uri="{FF2B5EF4-FFF2-40B4-BE49-F238E27FC236}">
                <a16:creationId xmlns:a16="http://schemas.microsoft.com/office/drawing/2014/main" id="{096DE104-3DF8-3D5A-70BA-FD99599853E6}"/>
              </a:ext>
            </a:extLst>
          </p:cNvPr>
          <p:cNvGrpSpPr/>
          <p:nvPr/>
        </p:nvGrpSpPr>
        <p:grpSpPr>
          <a:xfrm>
            <a:off x="606825" y="3382103"/>
            <a:ext cx="1502351" cy="582084"/>
            <a:chOff x="606825" y="3382103"/>
            <a:chExt cx="1502351" cy="582084"/>
          </a:xfrm>
        </p:grpSpPr>
        <p:pic>
          <p:nvPicPr>
            <p:cNvPr id="14" name="図 13">
              <a:extLst>
                <a:ext uri="{FF2B5EF4-FFF2-40B4-BE49-F238E27FC236}">
                  <a16:creationId xmlns:a16="http://schemas.microsoft.com/office/drawing/2014/main" id="{C0BB6ECF-4FC0-769A-B81A-E2B3A8FCC624}"/>
                </a:ext>
              </a:extLst>
            </p:cNvPr>
            <p:cNvPicPr>
              <a:picLocks noChangeAspect="1"/>
            </p:cNvPicPr>
            <p:nvPr/>
          </p:nvPicPr>
          <p:blipFill>
            <a:blip r:embed="rId3">
              <a:extLst>
                <a:ext uri="{28A0092B-C50C-407E-A947-70E740481C1C}">
                  <a14:useLocalDpi xmlns:a14="http://schemas.microsoft.com/office/drawing/2010/main" val="0"/>
                </a:ext>
              </a:extLst>
            </a:blip>
            <a:srcRect l="33079" b="39412"/>
            <a:stretch>
              <a:fillRect/>
            </a:stretch>
          </p:blipFill>
          <p:spPr>
            <a:xfrm>
              <a:off x="606825" y="3609968"/>
              <a:ext cx="1502351" cy="354219"/>
            </a:xfrm>
            <a:prstGeom prst="rect">
              <a:avLst/>
            </a:prstGeom>
          </p:spPr>
        </p:pic>
        <p:pic>
          <p:nvPicPr>
            <p:cNvPr id="15" name="図 14">
              <a:extLst>
                <a:ext uri="{FF2B5EF4-FFF2-40B4-BE49-F238E27FC236}">
                  <a16:creationId xmlns:a16="http://schemas.microsoft.com/office/drawing/2014/main" id="{E14A3FA7-F3B1-5E1F-0060-7CB0F80E4DCA}"/>
                </a:ext>
              </a:extLst>
            </p:cNvPr>
            <p:cNvPicPr>
              <a:picLocks noChangeAspect="1"/>
            </p:cNvPicPr>
            <p:nvPr/>
          </p:nvPicPr>
          <p:blipFill>
            <a:blip r:embed="rId3">
              <a:extLst>
                <a:ext uri="{28A0092B-C50C-407E-A947-70E740481C1C}">
                  <a14:useLocalDpi xmlns:a14="http://schemas.microsoft.com/office/drawing/2010/main" val="0"/>
                </a:ext>
              </a:extLst>
            </a:blip>
            <a:srcRect l="33079" b="39412"/>
            <a:stretch>
              <a:fillRect/>
            </a:stretch>
          </p:blipFill>
          <p:spPr>
            <a:xfrm>
              <a:off x="606825" y="3382103"/>
              <a:ext cx="1502351" cy="354219"/>
            </a:xfrm>
            <a:prstGeom prst="rect">
              <a:avLst/>
            </a:prstGeom>
          </p:spPr>
        </p:pic>
      </p:grpSp>
    </p:spTree>
    <p:extLst>
      <p:ext uri="{BB962C8B-B14F-4D97-AF65-F5344CB8AC3E}">
        <p14:creationId xmlns:p14="http://schemas.microsoft.com/office/powerpoint/2010/main" val="3352318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fade">
                                      <p:cBhvr>
                                        <p:cTn id="7" dur="500"/>
                                        <p:tgtEl>
                                          <p:spTgt spid="107"/>
                                        </p:tgtEl>
                                      </p:cBhvr>
                                    </p:animEffect>
                                  </p:childTnLst>
                                </p:cTn>
                              </p:par>
                              <p:par>
                                <p:cTn id="8" presetID="42" presetClass="path" presetSubtype="0" accel="50000" decel="50000" fill="hold" nodeType="withEffect">
                                  <p:stCondLst>
                                    <p:cond delay="0"/>
                                  </p:stCondLst>
                                  <p:childTnLst>
                                    <p:animMotion origin="layout" path="M 1.66667E-6 -4.44444E-6 L 0.22917 0.05162 " pathEditMode="relative" rAng="0" ptsTypes="AA">
                                      <p:cBhvr>
                                        <p:cTn id="9" dur="2000" fill="hold"/>
                                        <p:tgtEl>
                                          <p:spTgt spid="9"/>
                                        </p:tgtEl>
                                        <p:attrNameLst>
                                          <p:attrName>ppt_x</p:attrName>
                                          <p:attrName>ppt_y</p:attrName>
                                        </p:attrNameLst>
                                      </p:cBhvr>
                                      <p:rCtr x="11458" y="2569"/>
                                    </p:animMotion>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2"/>
                                        </p:tgtEl>
                                        <p:attrNameLst>
                                          <p:attrName>style.visibility</p:attrName>
                                        </p:attrNameLst>
                                      </p:cBhvr>
                                      <p:to>
                                        <p:strVal val="visible"/>
                                      </p:to>
                                    </p:set>
                                    <p:animEffect transition="in" filter="fade">
                                      <p:cBhvr>
                                        <p:cTn id="14" dur="500"/>
                                        <p:tgtEl>
                                          <p:spTgt spid="112"/>
                                        </p:tgtEl>
                                      </p:cBhvr>
                                    </p:animEffect>
                                  </p:childTnLst>
                                </p:cTn>
                              </p:par>
                              <p:par>
                                <p:cTn id="15" presetID="42" presetClass="path" presetSubtype="0" accel="50000" decel="50000" fill="hold" nodeType="withEffect">
                                  <p:stCondLst>
                                    <p:cond delay="0"/>
                                  </p:stCondLst>
                                  <p:childTnLst>
                                    <p:animMotion origin="layout" path="M 4.44444E-6 7.40741E-7 L 0.23038 0.00208 " pathEditMode="relative" rAng="0" ptsTypes="AA">
                                      <p:cBhvr>
                                        <p:cTn id="16" dur="2000" fill="hold"/>
                                        <p:tgtEl>
                                          <p:spTgt spid="157"/>
                                        </p:tgtEl>
                                        <p:attrNameLst>
                                          <p:attrName>ppt_x</p:attrName>
                                          <p:attrName>ppt_y</p:attrName>
                                        </p:attrNameLst>
                                      </p:cBhvr>
                                      <p:rCtr x="11510" y="93"/>
                                    </p:animMotion>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1"/>
                                        </p:tgtEl>
                                        <p:attrNameLst>
                                          <p:attrName>style.visibility</p:attrName>
                                        </p:attrNameLst>
                                      </p:cBhvr>
                                      <p:to>
                                        <p:strVal val="visible"/>
                                      </p:to>
                                    </p:set>
                                    <p:animEffect transition="in" filter="fade">
                                      <p:cBhvr>
                                        <p:cTn id="21" dur="500"/>
                                        <p:tgtEl>
                                          <p:spTgt spid="12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8"/>
                                        </p:tgtEl>
                                        <p:attrNameLst>
                                          <p:attrName>style.visibility</p:attrName>
                                        </p:attrNameLst>
                                      </p:cBhvr>
                                      <p:to>
                                        <p:strVal val="visible"/>
                                      </p:to>
                                    </p:set>
                                    <p:animEffect transition="in" filter="fade">
                                      <p:cBhvr>
                                        <p:cTn id="26" dur="500"/>
                                        <p:tgtEl>
                                          <p:spTgt spid="1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42" presetClass="path" presetSubtype="0" accel="50000" decel="50000" fill="hold" nodeType="withEffect">
                                  <p:stCondLst>
                                    <p:cond delay="0"/>
                                  </p:stCondLst>
                                  <p:childTnLst>
                                    <p:animMotion origin="layout" path="M 2.5E-6 3.33333E-6 L 0.21979 -0.07639 " pathEditMode="relative" rAng="0" ptsTypes="AA">
                                      <p:cBhvr>
                                        <p:cTn id="43" dur="2000" fill="hold"/>
                                        <p:tgtEl>
                                          <p:spTgt spid="11"/>
                                        </p:tgtEl>
                                        <p:attrNameLst>
                                          <p:attrName>ppt_x</p:attrName>
                                          <p:attrName>ppt_y</p:attrName>
                                        </p:attrNameLst>
                                      </p:cBhvr>
                                      <p:rCtr x="10990" y="-3819"/>
                                    </p:animMotion>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32"/>
                                        </p:tgtEl>
                                        <p:attrNameLst>
                                          <p:attrName>style.visibility</p:attrName>
                                        </p:attrNameLst>
                                      </p:cBhvr>
                                      <p:to>
                                        <p:strVal val="visible"/>
                                      </p:to>
                                    </p:set>
                                    <p:animEffect transition="in" filter="fade">
                                      <p:cBhvr>
                                        <p:cTn id="48" dur="500"/>
                                        <p:tgtEl>
                                          <p:spTgt spid="132"/>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35"/>
                                        </p:tgtEl>
                                        <p:attrNameLst>
                                          <p:attrName>style.visibility</p:attrName>
                                        </p:attrNameLst>
                                      </p:cBhvr>
                                      <p:to>
                                        <p:strVal val="visible"/>
                                      </p:to>
                                    </p:set>
                                    <p:animEffect transition="in" filter="fade">
                                      <p:cBhvr>
                                        <p:cTn id="53" dur="500"/>
                                        <p:tgtEl>
                                          <p:spTgt spid="13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49"/>
                                        </p:tgtEl>
                                        <p:attrNameLst>
                                          <p:attrName>style.visibility</p:attrName>
                                        </p:attrNameLst>
                                      </p:cBhvr>
                                      <p:to>
                                        <p:strVal val="visible"/>
                                      </p:to>
                                    </p:set>
                                    <p:animEffect transition="in" filter="fade">
                                      <p:cBhvr>
                                        <p:cTn id="56" dur="500"/>
                                        <p:tgtEl>
                                          <p:spTgt spid="14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54"/>
                                        </p:tgtEl>
                                        <p:attrNameLst>
                                          <p:attrName>style.visibility</p:attrName>
                                        </p:attrNameLst>
                                      </p:cBhvr>
                                      <p:to>
                                        <p:strVal val="visible"/>
                                      </p:to>
                                    </p:set>
                                    <p:animEffect transition="in" filter="fade">
                                      <p:cBhvr>
                                        <p:cTn id="59" dur="500"/>
                                        <p:tgtEl>
                                          <p:spTgt spid="154"/>
                                        </p:tgtEl>
                                      </p:cBhvr>
                                    </p:animEffect>
                                  </p:childTnLst>
                                </p:cTn>
                              </p:par>
                              <p:par>
                                <p:cTn id="60" presetID="10" presetClass="entr" presetSubtype="0" fill="hold" nodeType="withEffect">
                                  <p:stCondLst>
                                    <p:cond delay="0"/>
                                  </p:stCondLst>
                                  <p:childTnLst>
                                    <p:set>
                                      <p:cBhvr>
                                        <p:cTn id="61" dur="1" fill="hold">
                                          <p:stCondLst>
                                            <p:cond delay="0"/>
                                          </p:stCondLst>
                                        </p:cTn>
                                        <p:tgtEl>
                                          <p:spTgt spid="147"/>
                                        </p:tgtEl>
                                        <p:attrNameLst>
                                          <p:attrName>style.visibility</p:attrName>
                                        </p:attrNameLst>
                                      </p:cBhvr>
                                      <p:to>
                                        <p:strVal val="visible"/>
                                      </p:to>
                                    </p:set>
                                    <p:animEffect transition="in" filter="fade">
                                      <p:cBhvr>
                                        <p:cTn id="62" dur="500"/>
                                        <p:tgtEl>
                                          <p:spTgt spid="147"/>
                                        </p:tgtEl>
                                      </p:cBhvr>
                                    </p:animEffect>
                                  </p:childTnLst>
                                </p:cTn>
                              </p:par>
                              <p:par>
                                <p:cTn id="63" presetID="10" presetClass="entr" presetSubtype="0" fill="hold" nodeType="withEffect">
                                  <p:stCondLst>
                                    <p:cond delay="0"/>
                                  </p:stCondLst>
                                  <p:childTnLst>
                                    <p:set>
                                      <p:cBhvr>
                                        <p:cTn id="64" dur="1" fill="hold">
                                          <p:stCondLst>
                                            <p:cond delay="0"/>
                                          </p:stCondLst>
                                        </p:cTn>
                                        <p:tgtEl>
                                          <p:spTgt spid="155"/>
                                        </p:tgtEl>
                                        <p:attrNameLst>
                                          <p:attrName>style.visibility</p:attrName>
                                        </p:attrNameLst>
                                      </p:cBhvr>
                                      <p:to>
                                        <p:strVal val="visible"/>
                                      </p:to>
                                    </p:set>
                                    <p:animEffect transition="in" filter="fade">
                                      <p:cBhvr>
                                        <p:cTn id="65" dur="500"/>
                                        <p:tgtEl>
                                          <p:spTgt spid="155"/>
                                        </p:tgtEl>
                                      </p:cBhvr>
                                    </p:animEffect>
                                  </p:childTnLst>
                                </p:cTn>
                              </p:par>
                            </p:childTnLst>
                          </p:cTn>
                        </p:par>
                        <p:par>
                          <p:cTn id="66" fill="hold">
                            <p:stCondLst>
                              <p:cond delay="500"/>
                            </p:stCondLst>
                            <p:childTnLst>
                              <p:par>
                                <p:cTn id="67" presetID="10" presetClass="entr" presetSubtype="0" fill="hold" grpId="0" nodeType="afterEffect">
                                  <p:stCondLst>
                                    <p:cond delay="0"/>
                                  </p:stCondLst>
                                  <p:childTnLst>
                                    <p:set>
                                      <p:cBhvr>
                                        <p:cTn id="68" dur="1" fill="hold">
                                          <p:stCondLst>
                                            <p:cond delay="0"/>
                                          </p:stCondLst>
                                        </p:cTn>
                                        <p:tgtEl>
                                          <p:spTgt spid="137"/>
                                        </p:tgtEl>
                                        <p:attrNameLst>
                                          <p:attrName>style.visibility</p:attrName>
                                        </p:attrNameLst>
                                      </p:cBhvr>
                                      <p:to>
                                        <p:strVal val="visible"/>
                                      </p:to>
                                    </p:set>
                                    <p:animEffect transition="in" filter="fade">
                                      <p:cBhvr>
                                        <p:cTn id="69" dur="500"/>
                                        <p:tgtEl>
                                          <p:spTgt spid="137"/>
                                        </p:tgtEl>
                                      </p:cBhvr>
                                    </p:animEffect>
                                  </p:childTnLst>
                                </p:cTn>
                              </p:par>
                            </p:childTnLst>
                          </p:cTn>
                        </p:par>
                        <p:par>
                          <p:cTn id="70" fill="hold">
                            <p:stCondLst>
                              <p:cond delay="1000"/>
                            </p:stCondLst>
                            <p:childTnLst>
                              <p:par>
                                <p:cTn id="71" presetID="42" presetClass="path" presetSubtype="0" accel="50000" decel="50000" fill="hold" nodeType="afterEffect">
                                  <p:stCondLst>
                                    <p:cond delay="0"/>
                                  </p:stCondLst>
                                  <p:childTnLst>
                                    <p:animMotion origin="layout" path="M -1.94444E-6 4.44444E-6 L 0.22153 -0.15209 " pathEditMode="relative" rAng="0" ptsTypes="AA">
                                      <p:cBhvr>
                                        <p:cTn id="72" dur="2000" fill="hold"/>
                                        <p:tgtEl>
                                          <p:spTgt spid="155"/>
                                        </p:tgtEl>
                                        <p:attrNameLst>
                                          <p:attrName>ppt_x</p:attrName>
                                          <p:attrName>ppt_y</p:attrName>
                                        </p:attrNameLst>
                                      </p:cBhvr>
                                      <p:rCtr x="11076" y="-7616"/>
                                    </p:animMotion>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41"/>
                                        </p:tgtEl>
                                        <p:attrNameLst>
                                          <p:attrName>style.visibility</p:attrName>
                                        </p:attrNameLst>
                                      </p:cBhvr>
                                      <p:to>
                                        <p:strVal val="visible"/>
                                      </p:to>
                                    </p:set>
                                    <p:animEffect transition="in" filter="fade">
                                      <p:cBhvr>
                                        <p:cTn id="77" dur="500"/>
                                        <p:tgtEl>
                                          <p:spTgt spid="141"/>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44"/>
                                        </p:tgtEl>
                                        <p:attrNameLst>
                                          <p:attrName>style.visibility</p:attrName>
                                        </p:attrNameLst>
                                      </p:cBhvr>
                                      <p:to>
                                        <p:strVal val="visible"/>
                                      </p:to>
                                    </p:set>
                                    <p:animEffect transition="in" filter="fade">
                                      <p:cBhvr>
                                        <p:cTn id="80" dur="500"/>
                                        <p:tgtEl>
                                          <p:spTgt spid="144"/>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142"/>
                                        </p:tgtEl>
                                        <p:attrNameLst>
                                          <p:attrName>style.visibility</p:attrName>
                                        </p:attrNameLst>
                                      </p:cBhvr>
                                      <p:to>
                                        <p:strVal val="visible"/>
                                      </p:to>
                                    </p:set>
                                    <p:animEffect transition="in" filter="fade">
                                      <p:cBhvr>
                                        <p:cTn id="85" dur="500"/>
                                        <p:tgtEl>
                                          <p:spTgt spid="142"/>
                                        </p:tgtEl>
                                      </p:cBhvr>
                                    </p:animEffect>
                                  </p:childTnLst>
                                </p:cTn>
                              </p:par>
                            </p:childTnLst>
                          </p:cTn>
                        </p:par>
                        <p:par>
                          <p:cTn id="86" fill="hold">
                            <p:stCondLst>
                              <p:cond delay="500"/>
                            </p:stCondLst>
                            <p:childTnLst>
                              <p:par>
                                <p:cTn id="87" presetID="10" presetClass="entr" presetSubtype="0" fill="hold" grpId="0" nodeType="afterEffect">
                                  <p:stCondLst>
                                    <p:cond delay="0"/>
                                  </p:stCondLst>
                                  <p:childTnLst>
                                    <p:set>
                                      <p:cBhvr>
                                        <p:cTn id="88" dur="1" fill="hold">
                                          <p:stCondLst>
                                            <p:cond delay="0"/>
                                          </p:stCondLst>
                                        </p:cTn>
                                        <p:tgtEl>
                                          <p:spTgt spid="62"/>
                                        </p:tgtEl>
                                        <p:attrNameLst>
                                          <p:attrName>style.visibility</p:attrName>
                                        </p:attrNameLst>
                                      </p:cBhvr>
                                      <p:to>
                                        <p:strVal val="visible"/>
                                      </p:to>
                                    </p:set>
                                    <p:animEffect transition="in" filter="fade">
                                      <p:cBhvr>
                                        <p:cTn id="89"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animBg="1"/>
      <p:bldP spid="154" grpId="0" animBg="1"/>
      <p:bldP spid="112" grpId="0" animBg="1"/>
      <p:bldP spid="62" grpId="0"/>
      <p:bldP spid="107" grpId="0" animBg="1"/>
      <p:bldP spid="118" grpId="0" animBg="1"/>
      <p:bldP spid="121" grpId="0" animBg="1"/>
      <p:bldP spid="132" grpId="0" animBg="1"/>
      <p:bldP spid="135" grpId="0" animBg="1"/>
      <p:bldP spid="137" grpId="0" animBg="1"/>
      <p:bldP spid="141" grpId="0" animBg="1"/>
      <p:bldP spid="142" grpId="0" animBg="1"/>
      <p:bldP spid="144" grpId="0" animBg="1"/>
      <p:bldP spid="10" grpId="0" animBg="1"/>
      <p:bldP spid="13" grpId="0" animBg="1"/>
      <p:bldP spid="16"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3FAB3-0356-242F-260C-F81954AA757D}"/>
            </a:ext>
          </a:extLst>
        </p:cNvPr>
        <p:cNvGrpSpPr/>
        <p:nvPr/>
      </p:nvGrpSpPr>
      <p:grpSpPr>
        <a:xfrm>
          <a:off x="0" y="0"/>
          <a:ext cx="0" cy="0"/>
          <a:chOff x="0" y="0"/>
          <a:chExt cx="0" cy="0"/>
        </a:xfrm>
      </p:grpSpPr>
      <p:sp>
        <p:nvSpPr>
          <p:cNvPr id="10" name="コンテンツ プレースホルダー 2">
            <a:extLst>
              <a:ext uri="{FF2B5EF4-FFF2-40B4-BE49-F238E27FC236}">
                <a16:creationId xmlns:a16="http://schemas.microsoft.com/office/drawing/2014/main" id="{8AA911F0-C3AF-C433-FEE5-B91510480F4E}"/>
              </a:ext>
            </a:extLst>
          </p:cNvPr>
          <p:cNvSpPr>
            <a:spLocks noGrp="1"/>
          </p:cNvSpPr>
          <p:nvPr>
            <p:ph idx="1"/>
          </p:nvPr>
        </p:nvSpPr>
        <p:spPr>
          <a:xfrm>
            <a:off x="221480" y="994887"/>
            <a:ext cx="8900931" cy="5769980"/>
          </a:xfrm>
        </p:spPr>
        <p:txBody>
          <a:bodyPr>
            <a:normAutofit/>
          </a:bodyPr>
          <a:lstStyle/>
          <a:p>
            <a:r>
              <a:rPr lang="en-US" altLang="ja-JP" b="1" dirty="0"/>
              <a:t>CNF</a:t>
            </a:r>
            <a:r>
              <a:rPr lang="ja-JP" altLang="en-US" b="1" dirty="0"/>
              <a:t>が処理の一部を</a:t>
            </a:r>
            <a:r>
              <a:rPr lang="en-US" altLang="ja-JP" b="1" dirty="0"/>
              <a:t>WBS</a:t>
            </a:r>
            <a:r>
              <a:rPr lang="ja-JP" altLang="en-US" b="1" dirty="0"/>
              <a:t>へオフロード</a:t>
            </a:r>
            <a:endParaRPr lang="en-US" altLang="ja-JP" b="1" dirty="0"/>
          </a:p>
          <a:p>
            <a:endParaRPr lang="en-US" altLang="ja-JP" b="1" dirty="0"/>
          </a:p>
          <a:p>
            <a:pPr marL="0" indent="0">
              <a:buNone/>
            </a:pPr>
            <a:endParaRPr lang="en-US" altLang="ja-JP" b="1" dirty="0"/>
          </a:p>
          <a:p>
            <a:pPr marL="0" indent="0">
              <a:buNone/>
            </a:pPr>
            <a:endParaRPr lang="en-US" altLang="ja-JP" b="1" dirty="0"/>
          </a:p>
          <a:p>
            <a:pPr marL="397800" lvl="1" indent="0">
              <a:buNone/>
            </a:pPr>
            <a:endParaRPr lang="en-US" altLang="ja-JP" dirty="0"/>
          </a:p>
        </p:txBody>
      </p:sp>
      <p:cxnSp>
        <p:nvCxnSpPr>
          <p:cNvPr id="14" name="直線矢印コネクタ 13">
            <a:extLst>
              <a:ext uri="{FF2B5EF4-FFF2-40B4-BE49-F238E27FC236}">
                <a16:creationId xmlns:a16="http://schemas.microsoft.com/office/drawing/2014/main" id="{100AF2FF-04AC-B356-20E9-29FA248CB46E}"/>
              </a:ext>
            </a:extLst>
          </p:cNvPr>
          <p:cNvCxnSpPr>
            <a:cxnSpLocks/>
          </p:cNvCxnSpPr>
          <p:nvPr/>
        </p:nvCxnSpPr>
        <p:spPr>
          <a:xfrm>
            <a:off x="276063" y="6286168"/>
            <a:ext cx="8529542" cy="3724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A46FDF22-B20F-8383-3BD3-409E682C3AEB}"/>
              </a:ext>
            </a:extLst>
          </p:cNvPr>
          <p:cNvSpPr/>
          <p:nvPr/>
        </p:nvSpPr>
        <p:spPr>
          <a:xfrm>
            <a:off x="1123806" y="6045778"/>
            <a:ext cx="6957517" cy="543582"/>
          </a:xfrm>
          <a:prstGeom prst="rect">
            <a:avLst/>
          </a:prstGeom>
          <a:solidFill>
            <a:schemeClr val="bg1"/>
          </a:solidFill>
          <a:ln w="381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1"/>
          </a:p>
        </p:txBody>
      </p:sp>
      <p:sp>
        <p:nvSpPr>
          <p:cNvPr id="3" name="タイトル 2">
            <a:extLst>
              <a:ext uri="{FF2B5EF4-FFF2-40B4-BE49-F238E27FC236}">
                <a16:creationId xmlns:a16="http://schemas.microsoft.com/office/drawing/2014/main" id="{36B84155-5042-C426-C256-29E0B321D97B}"/>
              </a:ext>
            </a:extLst>
          </p:cNvPr>
          <p:cNvSpPr>
            <a:spLocks noGrp="1"/>
          </p:cNvSpPr>
          <p:nvPr>
            <p:ph type="title"/>
          </p:nvPr>
        </p:nvSpPr>
        <p:spPr/>
        <p:txBody>
          <a:bodyPr>
            <a:normAutofit/>
          </a:bodyPr>
          <a:lstStyle/>
          <a:p>
            <a:r>
              <a:rPr lang="ja-JP" altLang="en-US" dirty="0"/>
              <a:t>提案アーキテクチャの設計</a:t>
            </a:r>
            <a:endParaRPr lang="en-US" dirty="0"/>
          </a:p>
        </p:txBody>
      </p:sp>
      <p:sp>
        <p:nvSpPr>
          <p:cNvPr id="4" name="スライド番号プレースホルダー 3">
            <a:extLst>
              <a:ext uri="{FF2B5EF4-FFF2-40B4-BE49-F238E27FC236}">
                <a16:creationId xmlns:a16="http://schemas.microsoft.com/office/drawing/2014/main" id="{FB72FE68-F38E-6432-B5AD-165B17152B4A}"/>
              </a:ext>
            </a:extLst>
          </p:cNvPr>
          <p:cNvSpPr>
            <a:spLocks noGrp="1"/>
          </p:cNvSpPr>
          <p:nvPr>
            <p:ph type="sldNum" sz="quarter" idx="12"/>
          </p:nvPr>
        </p:nvSpPr>
        <p:spPr/>
        <p:txBody>
          <a:bodyPr/>
          <a:lstStyle/>
          <a:p>
            <a:fld id="{243EA04C-AED1-46B0-BC3C-C24F4C35F66C}" type="slidenum">
              <a:rPr kumimoji="1" lang="ja-JP" altLang="en-US" smtClean="0"/>
              <a:t>6</a:t>
            </a:fld>
            <a:endParaRPr kumimoji="1" lang="ja-JP" altLang="en-US"/>
          </a:p>
        </p:txBody>
      </p:sp>
      <p:cxnSp>
        <p:nvCxnSpPr>
          <p:cNvPr id="7" name="直線コネクタ 6">
            <a:extLst>
              <a:ext uri="{FF2B5EF4-FFF2-40B4-BE49-F238E27FC236}">
                <a16:creationId xmlns:a16="http://schemas.microsoft.com/office/drawing/2014/main" id="{9A0F02AD-5240-A3E9-3313-23A8A1CCEF37}"/>
              </a:ext>
            </a:extLst>
          </p:cNvPr>
          <p:cNvCxnSpPr>
            <a:cxnSpLocks/>
          </p:cNvCxnSpPr>
          <p:nvPr/>
        </p:nvCxnSpPr>
        <p:spPr>
          <a:xfrm>
            <a:off x="621044" y="2007010"/>
            <a:ext cx="8078875" cy="14142"/>
          </a:xfrm>
          <a:prstGeom prst="line">
            <a:avLst/>
          </a:prstGeom>
          <a:ln w="38100">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pic>
        <p:nvPicPr>
          <p:cNvPr id="8" name="Picture 2" descr="ネットワークスイッチイラスト／無料イラストなら「イラストAC」">
            <a:extLst>
              <a:ext uri="{FF2B5EF4-FFF2-40B4-BE49-F238E27FC236}">
                <a16:creationId xmlns:a16="http://schemas.microsoft.com/office/drawing/2014/main" id="{27A40F03-23D8-886D-F807-83005DB0478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40714" r="3635" b="40306"/>
          <a:stretch/>
        </p:blipFill>
        <p:spPr bwMode="auto">
          <a:xfrm>
            <a:off x="3486046" y="1882264"/>
            <a:ext cx="2005218" cy="44228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データセンターイラスト｜無料イラスト・フリー素材なら「イラストAC」">
            <a:extLst>
              <a:ext uri="{FF2B5EF4-FFF2-40B4-BE49-F238E27FC236}">
                <a16:creationId xmlns:a16="http://schemas.microsoft.com/office/drawing/2014/main" id="{1E01CEE3-9E55-617A-1540-ED27164A242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157" t="9531" r="25686" b="8901"/>
          <a:stretch/>
        </p:blipFill>
        <p:spPr bwMode="auto">
          <a:xfrm>
            <a:off x="4322910" y="2840565"/>
            <a:ext cx="379315" cy="636193"/>
          </a:xfrm>
          <a:prstGeom prst="rect">
            <a:avLst/>
          </a:prstGeom>
          <a:noFill/>
          <a:extLst>
            <a:ext uri="{909E8E84-426E-40DD-AFC4-6F175D3DCCD1}">
              <a14:hiddenFill xmlns:a14="http://schemas.microsoft.com/office/drawing/2010/main">
                <a:solidFill>
                  <a:srgbClr val="FFFFFF"/>
                </a:solidFill>
              </a14:hiddenFill>
            </a:ext>
          </a:extLst>
        </p:spPr>
      </p:pic>
      <p:cxnSp>
        <p:nvCxnSpPr>
          <p:cNvPr id="67" name="直線矢印コネクタ 66">
            <a:extLst>
              <a:ext uri="{FF2B5EF4-FFF2-40B4-BE49-F238E27FC236}">
                <a16:creationId xmlns:a16="http://schemas.microsoft.com/office/drawing/2014/main" id="{65263C9C-8487-7049-8E80-6A723BC9D084}"/>
              </a:ext>
            </a:extLst>
          </p:cNvPr>
          <p:cNvCxnSpPr>
            <a:cxnSpLocks/>
          </p:cNvCxnSpPr>
          <p:nvPr/>
        </p:nvCxnSpPr>
        <p:spPr>
          <a:xfrm>
            <a:off x="621044" y="1817266"/>
            <a:ext cx="2824290" cy="1003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直線矢印コネクタ 69">
            <a:extLst>
              <a:ext uri="{FF2B5EF4-FFF2-40B4-BE49-F238E27FC236}">
                <a16:creationId xmlns:a16="http://schemas.microsoft.com/office/drawing/2014/main" id="{E4B27E90-C2B5-4ED1-C2DA-3E7DE5AF29CA}"/>
              </a:ext>
            </a:extLst>
          </p:cNvPr>
          <p:cNvCxnSpPr>
            <a:cxnSpLocks/>
          </p:cNvCxnSpPr>
          <p:nvPr/>
        </p:nvCxnSpPr>
        <p:spPr>
          <a:xfrm flipV="1">
            <a:off x="5516722" y="1851542"/>
            <a:ext cx="3185570" cy="10186"/>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4" name="直線矢印コネクタ 73">
            <a:extLst>
              <a:ext uri="{FF2B5EF4-FFF2-40B4-BE49-F238E27FC236}">
                <a16:creationId xmlns:a16="http://schemas.microsoft.com/office/drawing/2014/main" id="{FB695D1D-4561-0C91-DE27-3A354A144BC5}"/>
              </a:ext>
            </a:extLst>
          </p:cNvPr>
          <p:cNvCxnSpPr>
            <a:cxnSpLocks/>
          </p:cNvCxnSpPr>
          <p:nvPr/>
        </p:nvCxnSpPr>
        <p:spPr>
          <a:xfrm>
            <a:off x="4262975" y="2389048"/>
            <a:ext cx="0" cy="449535"/>
          </a:xfrm>
          <a:prstGeom prst="straightConnector1">
            <a:avLst/>
          </a:prstGeom>
          <a:ln w="381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6" name="直線矢印コネクタ 75">
            <a:extLst>
              <a:ext uri="{FF2B5EF4-FFF2-40B4-BE49-F238E27FC236}">
                <a16:creationId xmlns:a16="http://schemas.microsoft.com/office/drawing/2014/main" id="{4BA2018E-E70B-7C0A-53A5-DEE7639C945B}"/>
              </a:ext>
            </a:extLst>
          </p:cNvPr>
          <p:cNvCxnSpPr>
            <a:cxnSpLocks/>
          </p:cNvCxnSpPr>
          <p:nvPr/>
        </p:nvCxnSpPr>
        <p:spPr>
          <a:xfrm flipV="1">
            <a:off x="4761585" y="2402609"/>
            <a:ext cx="0" cy="402607"/>
          </a:xfrm>
          <a:prstGeom prst="straightConnector1">
            <a:avLst/>
          </a:prstGeom>
          <a:ln w="381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 name="正方形/長方形 1">
            <a:extLst>
              <a:ext uri="{FF2B5EF4-FFF2-40B4-BE49-F238E27FC236}">
                <a16:creationId xmlns:a16="http://schemas.microsoft.com/office/drawing/2014/main" id="{B10C7F8A-D73A-D2B2-4D3F-CE715990A38B}"/>
              </a:ext>
            </a:extLst>
          </p:cNvPr>
          <p:cNvSpPr/>
          <p:nvPr/>
        </p:nvSpPr>
        <p:spPr>
          <a:xfrm>
            <a:off x="3417940" y="6045458"/>
            <a:ext cx="2355959" cy="543582"/>
          </a:xfrm>
          <a:prstGeom prst="rect">
            <a:avLst/>
          </a:prstGeom>
          <a:solidFill>
            <a:schemeClr val="bg2"/>
          </a:solidFill>
          <a:ln w="381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b="1" dirty="0">
                <a:latin typeface="+mj-ea"/>
                <a:ea typeface="+mj-ea"/>
              </a:rPr>
              <a:t>コアな処理</a:t>
            </a:r>
            <a:endParaRPr lang="en-US" sz="1600" b="1" dirty="0">
              <a:latin typeface="+mj-ea"/>
              <a:ea typeface="+mj-ea"/>
            </a:endParaRPr>
          </a:p>
        </p:txBody>
      </p:sp>
      <p:sp>
        <p:nvSpPr>
          <p:cNvPr id="5" name="正方形/長方形 4">
            <a:extLst>
              <a:ext uri="{FF2B5EF4-FFF2-40B4-BE49-F238E27FC236}">
                <a16:creationId xmlns:a16="http://schemas.microsoft.com/office/drawing/2014/main" id="{0C317B80-2F3B-5410-78F1-F0FABC4F935E}"/>
              </a:ext>
            </a:extLst>
          </p:cNvPr>
          <p:cNvSpPr/>
          <p:nvPr/>
        </p:nvSpPr>
        <p:spPr>
          <a:xfrm>
            <a:off x="1123806" y="6045458"/>
            <a:ext cx="2271229" cy="543582"/>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6200000" scaled="1"/>
            <a:tileRect/>
          </a:gradFill>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b="1" dirty="0">
                <a:latin typeface="+mj-ea"/>
                <a:ea typeface="+mj-ea"/>
              </a:rPr>
              <a:t>インバウンド処理</a:t>
            </a:r>
            <a:endParaRPr lang="en-US" altLang="ja-JP" sz="1600" b="1" dirty="0">
              <a:latin typeface="+mj-ea"/>
              <a:ea typeface="+mj-ea"/>
            </a:endParaRPr>
          </a:p>
        </p:txBody>
      </p:sp>
      <p:sp>
        <p:nvSpPr>
          <p:cNvPr id="6" name="正方形/長方形 5">
            <a:extLst>
              <a:ext uri="{FF2B5EF4-FFF2-40B4-BE49-F238E27FC236}">
                <a16:creationId xmlns:a16="http://schemas.microsoft.com/office/drawing/2014/main" id="{1E7660FF-5C20-D9E8-B96A-2645BA084039}"/>
              </a:ext>
            </a:extLst>
          </p:cNvPr>
          <p:cNvSpPr/>
          <p:nvPr/>
        </p:nvSpPr>
        <p:spPr>
          <a:xfrm>
            <a:off x="5810094" y="6044336"/>
            <a:ext cx="2271229" cy="543582"/>
          </a:xfrm>
          <a:prstGeom prst="rect">
            <a:avLst/>
          </a:prstGeom>
          <a:gradFill flip="none" rotWithShape="1">
            <a:gsLst>
              <a:gs pos="0">
                <a:schemeClr val="accent3">
                  <a:lumMod val="60000"/>
                  <a:lumOff val="40000"/>
                  <a:tint val="66000"/>
                  <a:satMod val="160000"/>
                </a:schemeClr>
              </a:gs>
              <a:gs pos="50000">
                <a:schemeClr val="accent3">
                  <a:lumMod val="60000"/>
                  <a:lumOff val="40000"/>
                  <a:tint val="44500"/>
                  <a:satMod val="160000"/>
                </a:schemeClr>
              </a:gs>
              <a:gs pos="100000">
                <a:schemeClr val="accent3">
                  <a:lumMod val="60000"/>
                  <a:lumOff val="40000"/>
                  <a:tint val="23500"/>
                  <a:satMod val="160000"/>
                </a:schemeClr>
              </a:gs>
            </a:gsLst>
            <a:lin ang="16200000" scaled="1"/>
            <a:tileRect/>
          </a:gradFill>
          <a:ln w="3810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b="1" dirty="0">
                <a:latin typeface="+mj-ea"/>
                <a:ea typeface="+mj-ea"/>
              </a:rPr>
              <a:t>アウトバウンド処理</a:t>
            </a:r>
            <a:endParaRPr lang="en-US" altLang="ja-JP" sz="1600" b="1" dirty="0">
              <a:latin typeface="+mj-ea"/>
              <a:ea typeface="+mj-ea"/>
            </a:endParaRPr>
          </a:p>
        </p:txBody>
      </p:sp>
      <p:sp>
        <p:nvSpPr>
          <p:cNvPr id="26" name="テキスト ボックス 25">
            <a:extLst>
              <a:ext uri="{FF2B5EF4-FFF2-40B4-BE49-F238E27FC236}">
                <a16:creationId xmlns:a16="http://schemas.microsoft.com/office/drawing/2014/main" id="{20544ABE-C03F-20F6-03AF-C78B05EBD99D}"/>
              </a:ext>
            </a:extLst>
          </p:cNvPr>
          <p:cNvSpPr txBox="1"/>
          <p:nvPr/>
        </p:nvSpPr>
        <p:spPr>
          <a:xfrm>
            <a:off x="4117804" y="5699357"/>
            <a:ext cx="956229" cy="369332"/>
          </a:xfrm>
          <a:prstGeom prst="rect">
            <a:avLst/>
          </a:prstGeom>
          <a:noFill/>
        </p:spPr>
        <p:txBody>
          <a:bodyPr wrap="square" rtlCol="0">
            <a:spAutoFit/>
          </a:bodyPr>
          <a:lstStyle/>
          <a:p>
            <a:r>
              <a:rPr lang="ja-JP" altLang="en-US" b="1" dirty="0">
                <a:latin typeface="+mj-ea"/>
                <a:ea typeface="+mj-ea"/>
              </a:rPr>
              <a:t>本処理</a:t>
            </a:r>
            <a:endParaRPr lang="en-US" b="1" dirty="0">
              <a:latin typeface="+mj-ea"/>
              <a:ea typeface="+mj-ea"/>
            </a:endParaRPr>
          </a:p>
        </p:txBody>
      </p:sp>
      <p:sp>
        <p:nvSpPr>
          <p:cNvPr id="20" name="正方形/長方形 19">
            <a:extLst>
              <a:ext uri="{FF2B5EF4-FFF2-40B4-BE49-F238E27FC236}">
                <a16:creationId xmlns:a16="http://schemas.microsoft.com/office/drawing/2014/main" id="{022EC891-3C0F-0F2D-1C65-22C17EBBD87D}"/>
              </a:ext>
            </a:extLst>
          </p:cNvPr>
          <p:cNvSpPr/>
          <p:nvPr/>
        </p:nvSpPr>
        <p:spPr>
          <a:xfrm>
            <a:off x="1533954" y="1666876"/>
            <a:ext cx="1003442" cy="341046"/>
          </a:xfrm>
          <a:prstGeom prst="rect">
            <a:avLst/>
          </a:prstGeom>
          <a:solidFill>
            <a:schemeClr val="bg1"/>
          </a:solidFill>
          <a:ln w="381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b="1" dirty="0"/>
              <a:t>packet</a:t>
            </a:r>
          </a:p>
        </p:txBody>
      </p:sp>
      <p:sp>
        <p:nvSpPr>
          <p:cNvPr id="36" name="テキスト ボックス 35">
            <a:extLst>
              <a:ext uri="{FF2B5EF4-FFF2-40B4-BE49-F238E27FC236}">
                <a16:creationId xmlns:a16="http://schemas.microsoft.com/office/drawing/2014/main" id="{31717F3E-90B7-8670-D632-CF0AEE9DC9EA}"/>
              </a:ext>
            </a:extLst>
          </p:cNvPr>
          <p:cNvSpPr txBox="1"/>
          <p:nvPr/>
        </p:nvSpPr>
        <p:spPr>
          <a:xfrm>
            <a:off x="3451676" y="1579936"/>
            <a:ext cx="2094027" cy="369332"/>
          </a:xfrm>
          <a:prstGeom prst="rect">
            <a:avLst/>
          </a:prstGeom>
          <a:noFill/>
        </p:spPr>
        <p:txBody>
          <a:bodyPr wrap="square" rtlCol="0">
            <a:spAutoFit/>
          </a:bodyPr>
          <a:lstStyle/>
          <a:p>
            <a:pPr algn="ctr"/>
            <a:r>
              <a:rPr lang="en-US" altLang="ja-JP" b="1" dirty="0">
                <a:latin typeface="+mj-ea"/>
                <a:ea typeface="+mj-ea"/>
              </a:rPr>
              <a:t>WBS</a:t>
            </a:r>
            <a:endParaRPr lang="en-US" b="1" dirty="0">
              <a:latin typeface="+mj-ea"/>
              <a:ea typeface="+mj-ea"/>
            </a:endParaRPr>
          </a:p>
        </p:txBody>
      </p:sp>
      <p:grpSp>
        <p:nvGrpSpPr>
          <p:cNvPr id="21" name="グループ化 20">
            <a:extLst>
              <a:ext uri="{FF2B5EF4-FFF2-40B4-BE49-F238E27FC236}">
                <a16:creationId xmlns:a16="http://schemas.microsoft.com/office/drawing/2014/main" id="{24D6EA17-8D84-241E-4403-AF7730A62BAA}"/>
              </a:ext>
            </a:extLst>
          </p:cNvPr>
          <p:cNvGrpSpPr/>
          <p:nvPr/>
        </p:nvGrpSpPr>
        <p:grpSpPr>
          <a:xfrm>
            <a:off x="5722596" y="3620350"/>
            <a:ext cx="3083009" cy="999602"/>
            <a:chOff x="5810094" y="3055653"/>
            <a:chExt cx="3083009" cy="999602"/>
          </a:xfrm>
        </p:grpSpPr>
        <p:sp>
          <p:nvSpPr>
            <p:cNvPr id="18" name="吹き出し: 四角形 17">
              <a:extLst>
                <a:ext uri="{FF2B5EF4-FFF2-40B4-BE49-F238E27FC236}">
                  <a16:creationId xmlns:a16="http://schemas.microsoft.com/office/drawing/2014/main" id="{258BA91B-749A-21B5-68B4-CDD2A44DBDB9}"/>
                </a:ext>
              </a:extLst>
            </p:cNvPr>
            <p:cNvSpPr/>
            <p:nvPr/>
          </p:nvSpPr>
          <p:spPr>
            <a:xfrm>
              <a:off x="5810094" y="3111368"/>
              <a:ext cx="3083009" cy="943887"/>
            </a:xfrm>
            <a:prstGeom prst="wedgeRectCallout">
              <a:avLst>
                <a:gd name="adj1" fmla="val -63659"/>
                <a:gd name="adj2" fmla="val -41025"/>
              </a:avLst>
            </a:prstGeom>
            <a:no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j-ea"/>
                  <a:ea typeface="+mj-ea"/>
                </a:rPr>
                <a:t>・アクション処理</a:t>
              </a:r>
              <a:endParaRPr lang="en-US" altLang="ja-JP" dirty="0">
                <a:solidFill>
                  <a:schemeClr val="tx1"/>
                </a:solidFill>
                <a:latin typeface="+mj-ea"/>
                <a:ea typeface="+mj-ea"/>
              </a:endParaRPr>
            </a:p>
            <a:p>
              <a:r>
                <a:rPr lang="en-US" altLang="ja-JP" dirty="0">
                  <a:solidFill>
                    <a:schemeClr val="tx1"/>
                  </a:solidFill>
                  <a:latin typeface="+mj-ea"/>
                  <a:ea typeface="+mj-ea"/>
                </a:rPr>
                <a:t>(</a:t>
              </a:r>
              <a:r>
                <a:rPr lang="ja-JP" altLang="en-US" dirty="0">
                  <a:solidFill>
                    <a:schemeClr val="tx1"/>
                  </a:solidFill>
                  <a:latin typeface="+mj-ea"/>
                  <a:ea typeface="+mj-ea"/>
                </a:rPr>
                <a:t>ヘッダ更新、カプセル化等</a:t>
              </a:r>
              <a:r>
                <a:rPr lang="en-US" altLang="ja-JP" dirty="0">
                  <a:solidFill>
                    <a:schemeClr val="tx1"/>
                  </a:solidFill>
                  <a:latin typeface="+mj-ea"/>
                  <a:ea typeface="+mj-ea"/>
                </a:rPr>
                <a:t>)</a:t>
              </a:r>
            </a:p>
          </p:txBody>
        </p:sp>
        <p:sp>
          <p:nvSpPr>
            <p:cNvPr id="19" name="正方形/長方形 18">
              <a:extLst>
                <a:ext uri="{FF2B5EF4-FFF2-40B4-BE49-F238E27FC236}">
                  <a16:creationId xmlns:a16="http://schemas.microsoft.com/office/drawing/2014/main" id="{F6E93BBC-920A-8D74-A0BE-19FC6F80924C}"/>
                </a:ext>
              </a:extLst>
            </p:cNvPr>
            <p:cNvSpPr/>
            <p:nvPr/>
          </p:nvSpPr>
          <p:spPr>
            <a:xfrm>
              <a:off x="6364224" y="3055653"/>
              <a:ext cx="2030889" cy="103457"/>
            </a:xfrm>
            <a:prstGeom prst="rect">
              <a:avLst/>
            </a:prstGeom>
            <a:solidFill>
              <a:schemeClr val="bg1"/>
            </a:solidFill>
            <a:ln w="38100">
              <a:solidFill>
                <a:schemeClr val="bg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b="1" dirty="0">
                  <a:solidFill>
                    <a:schemeClr val="accent3">
                      <a:lumMod val="60000"/>
                      <a:lumOff val="40000"/>
                    </a:schemeClr>
                  </a:solidFill>
                  <a:latin typeface="+mj-ea"/>
                  <a:ea typeface="+mj-ea"/>
                </a:rPr>
                <a:t>アウトバウンド処理</a:t>
              </a:r>
              <a:endParaRPr lang="en-US" altLang="ja-JP" sz="1600" b="1" dirty="0">
                <a:solidFill>
                  <a:schemeClr val="accent3">
                    <a:lumMod val="60000"/>
                    <a:lumOff val="40000"/>
                  </a:schemeClr>
                </a:solidFill>
                <a:latin typeface="+mj-ea"/>
                <a:ea typeface="+mj-ea"/>
              </a:endParaRPr>
            </a:p>
          </p:txBody>
        </p:sp>
      </p:grpSp>
      <p:sp>
        <p:nvSpPr>
          <p:cNvPr id="28" name="テキスト ボックス 27">
            <a:extLst>
              <a:ext uri="{FF2B5EF4-FFF2-40B4-BE49-F238E27FC236}">
                <a16:creationId xmlns:a16="http://schemas.microsoft.com/office/drawing/2014/main" id="{7D25DB84-5D38-4804-E997-9DD1CED1B27C}"/>
              </a:ext>
            </a:extLst>
          </p:cNvPr>
          <p:cNvSpPr txBox="1"/>
          <p:nvPr/>
        </p:nvSpPr>
        <p:spPr>
          <a:xfrm>
            <a:off x="73697" y="3759539"/>
            <a:ext cx="3443831" cy="707886"/>
          </a:xfrm>
          <a:prstGeom prst="rect">
            <a:avLst/>
          </a:prstGeom>
          <a:noFill/>
        </p:spPr>
        <p:txBody>
          <a:bodyPr wrap="square">
            <a:spAutoFit/>
          </a:bodyPr>
          <a:lstStyle/>
          <a:p>
            <a:pPr algn="ctr"/>
            <a:r>
              <a:rPr lang="ja-JP" altLang="en-US" sz="2000" b="1" dirty="0">
                <a:latin typeface="+mj-ea"/>
                <a:ea typeface="+mj-ea"/>
              </a:rPr>
              <a:t>インバウンド・オフロード</a:t>
            </a:r>
            <a:endParaRPr lang="en-US" altLang="ja-JP" sz="2000" b="1" dirty="0">
              <a:latin typeface="+mj-ea"/>
              <a:ea typeface="+mj-ea"/>
            </a:endParaRPr>
          </a:p>
          <a:p>
            <a:pPr algn="ctr"/>
            <a:r>
              <a:rPr lang="ja-JP" altLang="en-US" sz="2000" b="1" dirty="0">
                <a:latin typeface="+mj-ea"/>
                <a:ea typeface="+mj-ea"/>
              </a:rPr>
              <a:t>による高速化</a:t>
            </a:r>
            <a:endParaRPr lang="en-US" sz="2000" b="1" dirty="0"/>
          </a:p>
        </p:txBody>
      </p:sp>
      <p:grpSp>
        <p:nvGrpSpPr>
          <p:cNvPr id="22" name="グループ化 21">
            <a:extLst>
              <a:ext uri="{FF2B5EF4-FFF2-40B4-BE49-F238E27FC236}">
                <a16:creationId xmlns:a16="http://schemas.microsoft.com/office/drawing/2014/main" id="{62CEC29A-5A1C-50D9-1466-1774D66F81EF}"/>
              </a:ext>
            </a:extLst>
          </p:cNvPr>
          <p:cNvGrpSpPr/>
          <p:nvPr/>
        </p:nvGrpSpPr>
        <p:grpSpPr>
          <a:xfrm>
            <a:off x="431026" y="3649284"/>
            <a:ext cx="2977194" cy="999602"/>
            <a:chOff x="431026" y="4191522"/>
            <a:chExt cx="2977194" cy="999602"/>
          </a:xfrm>
        </p:grpSpPr>
        <p:sp>
          <p:nvSpPr>
            <p:cNvPr id="16" name="吹き出し: 四角形 15">
              <a:extLst>
                <a:ext uri="{FF2B5EF4-FFF2-40B4-BE49-F238E27FC236}">
                  <a16:creationId xmlns:a16="http://schemas.microsoft.com/office/drawing/2014/main" id="{AB549CC1-AC99-4C6C-28A9-4980BFFE5A62}"/>
                </a:ext>
              </a:extLst>
            </p:cNvPr>
            <p:cNvSpPr/>
            <p:nvPr/>
          </p:nvSpPr>
          <p:spPr>
            <a:xfrm>
              <a:off x="431026" y="4247237"/>
              <a:ext cx="2977194" cy="943887"/>
            </a:xfrm>
            <a:prstGeom prst="wedgeRectCallout">
              <a:avLst>
                <a:gd name="adj1" fmla="val 62721"/>
                <a:gd name="adj2" fmla="val -45061"/>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j-ea"/>
                  <a:ea typeface="+mj-ea"/>
                </a:rPr>
                <a:t>・ヘッダ解析</a:t>
              </a:r>
              <a:endParaRPr lang="en-US" altLang="ja-JP" dirty="0">
                <a:solidFill>
                  <a:schemeClr val="tx1"/>
                </a:solidFill>
                <a:latin typeface="+mj-ea"/>
                <a:ea typeface="+mj-ea"/>
              </a:endParaRPr>
            </a:p>
            <a:p>
              <a:r>
                <a:rPr lang="ja-JP" altLang="en-US" dirty="0">
                  <a:solidFill>
                    <a:schemeClr val="tx1"/>
                  </a:solidFill>
                  <a:latin typeface="+mj-ea"/>
                  <a:ea typeface="+mj-ea"/>
                </a:rPr>
                <a:t>・テーブルマッチング処理</a:t>
              </a:r>
              <a:endParaRPr lang="en-US" altLang="ja-JP" dirty="0">
                <a:solidFill>
                  <a:schemeClr val="tx1"/>
                </a:solidFill>
                <a:latin typeface="+mj-ea"/>
                <a:ea typeface="+mj-ea"/>
              </a:endParaRPr>
            </a:p>
          </p:txBody>
        </p:sp>
        <p:sp>
          <p:nvSpPr>
            <p:cNvPr id="25" name="正方形/長方形 24">
              <a:extLst>
                <a:ext uri="{FF2B5EF4-FFF2-40B4-BE49-F238E27FC236}">
                  <a16:creationId xmlns:a16="http://schemas.microsoft.com/office/drawing/2014/main" id="{E07B2AA0-A2AC-8898-B56A-60AC1CE79C66}"/>
                </a:ext>
              </a:extLst>
            </p:cNvPr>
            <p:cNvSpPr/>
            <p:nvPr/>
          </p:nvSpPr>
          <p:spPr>
            <a:xfrm>
              <a:off x="984206" y="4191522"/>
              <a:ext cx="1865478" cy="110790"/>
            </a:xfrm>
            <a:prstGeom prst="rect">
              <a:avLst/>
            </a:prstGeom>
            <a:solidFill>
              <a:schemeClr val="bg1"/>
            </a:solidFill>
            <a:ln w="38100">
              <a:solidFill>
                <a:schemeClr val="bg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b="1" dirty="0">
                  <a:solidFill>
                    <a:srgbClr val="FF0000"/>
                  </a:solidFill>
                  <a:latin typeface="+mj-ea"/>
                  <a:ea typeface="+mj-ea"/>
                </a:rPr>
                <a:t>インバウンド処理</a:t>
              </a:r>
              <a:endParaRPr lang="en-US" altLang="ja-JP" sz="1600" b="1" dirty="0">
                <a:solidFill>
                  <a:srgbClr val="FF0000"/>
                </a:solidFill>
                <a:latin typeface="+mj-ea"/>
                <a:ea typeface="+mj-ea"/>
              </a:endParaRPr>
            </a:p>
          </p:txBody>
        </p:sp>
      </p:grpSp>
      <p:sp>
        <p:nvSpPr>
          <p:cNvPr id="17" name="矢印: 下カーブ 16">
            <a:extLst>
              <a:ext uri="{FF2B5EF4-FFF2-40B4-BE49-F238E27FC236}">
                <a16:creationId xmlns:a16="http://schemas.microsoft.com/office/drawing/2014/main" id="{C0756958-AB62-249A-3E3B-F9AABCCCDD83}"/>
              </a:ext>
            </a:extLst>
          </p:cNvPr>
          <p:cNvSpPr/>
          <p:nvPr/>
        </p:nvSpPr>
        <p:spPr>
          <a:xfrm rot="15210150">
            <a:off x="2889207" y="2698313"/>
            <a:ext cx="1735237" cy="620101"/>
          </a:xfrm>
          <a:prstGeom prst="curved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正方形/長方形 22">
            <a:extLst>
              <a:ext uri="{FF2B5EF4-FFF2-40B4-BE49-F238E27FC236}">
                <a16:creationId xmlns:a16="http://schemas.microsoft.com/office/drawing/2014/main" id="{46A9F84F-E063-C18C-5ACB-23FB45615AC9}"/>
              </a:ext>
            </a:extLst>
          </p:cNvPr>
          <p:cNvSpPr/>
          <p:nvPr/>
        </p:nvSpPr>
        <p:spPr>
          <a:xfrm>
            <a:off x="3905040" y="3510165"/>
            <a:ext cx="607527" cy="557564"/>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endParaRPr lang="en-US" b="1" dirty="0"/>
          </a:p>
        </p:txBody>
      </p:sp>
      <p:grpSp>
        <p:nvGrpSpPr>
          <p:cNvPr id="11" name="グループ化 10">
            <a:extLst>
              <a:ext uri="{FF2B5EF4-FFF2-40B4-BE49-F238E27FC236}">
                <a16:creationId xmlns:a16="http://schemas.microsoft.com/office/drawing/2014/main" id="{F192DBD1-A8E6-4E22-49D7-7B927AB59890}"/>
              </a:ext>
            </a:extLst>
          </p:cNvPr>
          <p:cNvGrpSpPr/>
          <p:nvPr/>
        </p:nvGrpSpPr>
        <p:grpSpPr>
          <a:xfrm>
            <a:off x="2964180" y="4659533"/>
            <a:ext cx="3171065" cy="1002409"/>
            <a:chOff x="5600996" y="3052816"/>
            <a:chExt cx="3171065" cy="1002409"/>
          </a:xfrm>
        </p:grpSpPr>
        <p:sp>
          <p:nvSpPr>
            <p:cNvPr id="12" name="吹き出し: 四角形 11">
              <a:extLst>
                <a:ext uri="{FF2B5EF4-FFF2-40B4-BE49-F238E27FC236}">
                  <a16:creationId xmlns:a16="http://schemas.microsoft.com/office/drawing/2014/main" id="{A098269C-87B4-1412-1D4B-98BA85D2FCB0}"/>
                </a:ext>
              </a:extLst>
            </p:cNvPr>
            <p:cNvSpPr/>
            <p:nvPr/>
          </p:nvSpPr>
          <p:spPr>
            <a:xfrm>
              <a:off x="5600996" y="3111338"/>
              <a:ext cx="3171065" cy="943887"/>
            </a:xfrm>
            <a:prstGeom prst="wedgeRectCallout">
              <a:avLst>
                <a:gd name="adj1" fmla="val -6886"/>
                <a:gd name="adj2" fmla="val -110933"/>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j-ea"/>
                  <a:ea typeface="+mj-ea"/>
                </a:rPr>
                <a:t>・</a:t>
              </a:r>
              <a:r>
                <a:rPr lang="en-US" altLang="ja-JP" dirty="0">
                  <a:solidFill>
                    <a:schemeClr val="tx1"/>
                  </a:solidFill>
                  <a:latin typeface="+mj-ea"/>
                  <a:ea typeface="+mj-ea"/>
                </a:rPr>
                <a:t>ASIC</a:t>
              </a:r>
              <a:r>
                <a:rPr lang="ja-JP" altLang="en-US" dirty="0">
                  <a:solidFill>
                    <a:schemeClr val="tx1"/>
                  </a:solidFill>
                  <a:latin typeface="+mj-ea"/>
                  <a:ea typeface="+mj-ea"/>
                </a:rPr>
                <a:t>で対応できない処理</a:t>
              </a:r>
              <a:br>
                <a:rPr lang="en-US" altLang="ja-JP" dirty="0">
                  <a:solidFill>
                    <a:schemeClr val="tx1"/>
                  </a:solidFill>
                  <a:latin typeface="+mj-ea"/>
                  <a:ea typeface="+mj-ea"/>
                </a:rPr>
              </a:br>
              <a:r>
                <a:rPr lang="ja-JP" altLang="en-US" dirty="0">
                  <a:solidFill>
                    <a:schemeClr val="tx1"/>
                  </a:solidFill>
                  <a:latin typeface="+mj-ea"/>
                  <a:ea typeface="+mj-ea"/>
                </a:rPr>
                <a:t>・</a:t>
              </a:r>
              <a:r>
                <a:rPr lang="en-US" altLang="ja-JP" dirty="0">
                  <a:solidFill>
                    <a:schemeClr val="tx1"/>
                  </a:solidFill>
                  <a:latin typeface="+mj-ea"/>
                  <a:ea typeface="+mj-ea"/>
                </a:rPr>
                <a:t>Orchestrator</a:t>
              </a:r>
              <a:r>
                <a:rPr lang="ja-JP" altLang="en-US" dirty="0">
                  <a:solidFill>
                    <a:schemeClr val="tx1"/>
                  </a:solidFill>
                  <a:latin typeface="+mj-ea"/>
                  <a:ea typeface="+mj-ea"/>
                </a:rPr>
                <a:t>との連携</a:t>
              </a:r>
              <a:endParaRPr lang="en-US" b="1" dirty="0"/>
            </a:p>
          </p:txBody>
        </p:sp>
        <p:sp>
          <p:nvSpPr>
            <p:cNvPr id="13" name="正方形/長方形 12">
              <a:extLst>
                <a:ext uri="{FF2B5EF4-FFF2-40B4-BE49-F238E27FC236}">
                  <a16:creationId xmlns:a16="http://schemas.microsoft.com/office/drawing/2014/main" id="{36F8D981-B462-D2E4-B56C-F3F5CD48C5B1}"/>
                </a:ext>
              </a:extLst>
            </p:cNvPr>
            <p:cNvSpPr/>
            <p:nvPr/>
          </p:nvSpPr>
          <p:spPr>
            <a:xfrm>
              <a:off x="7125471" y="3052816"/>
              <a:ext cx="1233941" cy="113145"/>
            </a:xfrm>
            <a:prstGeom prst="rect">
              <a:avLst/>
            </a:prstGeom>
            <a:solidFill>
              <a:schemeClr val="bg1"/>
            </a:solidFill>
            <a:ln w="38100">
              <a:solidFill>
                <a:schemeClr val="bg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b="1" dirty="0">
                  <a:latin typeface="+mj-ea"/>
                  <a:ea typeface="+mj-ea"/>
                </a:rPr>
                <a:t>コアな処理</a:t>
              </a:r>
              <a:endParaRPr lang="en-US" altLang="ja-JP" sz="1600" b="1" dirty="0">
                <a:latin typeface="+mj-ea"/>
                <a:ea typeface="+mj-ea"/>
              </a:endParaRPr>
            </a:p>
          </p:txBody>
        </p:sp>
      </p:grpSp>
      <p:sp>
        <p:nvSpPr>
          <p:cNvPr id="120" name="矢印: 下カーブ 119">
            <a:extLst>
              <a:ext uri="{FF2B5EF4-FFF2-40B4-BE49-F238E27FC236}">
                <a16:creationId xmlns:a16="http://schemas.microsoft.com/office/drawing/2014/main" id="{544555A5-DB57-8408-6C53-5D7238F953C6}"/>
              </a:ext>
            </a:extLst>
          </p:cNvPr>
          <p:cNvSpPr/>
          <p:nvPr/>
        </p:nvSpPr>
        <p:spPr>
          <a:xfrm rot="15210150">
            <a:off x="3313441" y="2669255"/>
            <a:ext cx="1735237" cy="620101"/>
          </a:xfrm>
          <a:prstGeom prst="curved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9" name="正方形/長方形 118">
            <a:extLst>
              <a:ext uri="{FF2B5EF4-FFF2-40B4-BE49-F238E27FC236}">
                <a16:creationId xmlns:a16="http://schemas.microsoft.com/office/drawing/2014/main" id="{FBC17829-4623-C0BC-BFEE-DE9E5B27D032}"/>
              </a:ext>
            </a:extLst>
          </p:cNvPr>
          <p:cNvSpPr/>
          <p:nvPr/>
        </p:nvSpPr>
        <p:spPr>
          <a:xfrm>
            <a:off x="4586964" y="3510165"/>
            <a:ext cx="607527" cy="557564"/>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endParaRPr lang="en-US" b="1" dirty="0"/>
          </a:p>
        </p:txBody>
      </p:sp>
    </p:spTree>
    <p:extLst>
      <p:ext uri="{BB962C8B-B14F-4D97-AF65-F5344CB8AC3E}">
        <p14:creationId xmlns:p14="http://schemas.microsoft.com/office/powerpoint/2010/main" val="1917038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500"/>
                                        <p:tgtEl>
                                          <p:spTgt spid="2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path" presetSubtype="0" accel="50000" decel="50000" fill="hold" nodeType="clickEffect">
                                  <p:stCondLst>
                                    <p:cond delay="0"/>
                                  </p:stCondLst>
                                  <p:childTnLst>
                                    <p:animMotion origin="layout" path="M 4.16667E-6 -1.11111E-6 L -0.00157 -0.20393 " pathEditMode="relative" rAng="0" ptsTypes="AA">
                                      <p:cBhvr>
                                        <p:cTn id="42" dur="1000" fill="hold"/>
                                        <p:tgtEl>
                                          <p:spTgt spid="22"/>
                                        </p:tgtEl>
                                        <p:attrNameLst>
                                          <p:attrName>ppt_x</p:attrName>
                                          <p:attrName>ppt_y</p:attrName>
                                        </p:attrNameLst>
                                      </p:cBhvr>
                                      <p:rCtr x="-87" y="-10208"/>
                                    </p:animMotion>
                                  </p:childTnLst>
                                </p:cTn>
                              </p:par>
                              <p:par>
                                <p:cTn id="43" presetID="42" presetClass="path" presetSubtype="0" accel="50000" decel="50000" fill="hold" nodeType="withEffect">
                                  <p:stCondLst>
                                    <p:cond delay="0"/>
                                  </p:stCondLst>
                                  <p:childTnLst>
                                    <p:animMotion origin="layout" path="M -4.44444E-6 -4.44444E-6 L -0.00034 -0.1949 " pathEditMode="relative" rAng="0" ptsTypes="AA">
                                      <p:cBhvr>
                                        <p:cTn id="44" dur="1000" fill="hold"/>
                                        <p:tgtEl>
                                          <p:spTgt spid="21"/>
                                        </p:tgtEl>
                                        <p:attrNameLst>
                                          <p:attrName>ppt_x</p:attrName>
                                          <p:attrName>ppt_y</p:attrName>
                                        </p:attrNameLst>
                                      </p:cBhvr>
                                      <p:rCtr x="-17" y="-9745"/>
                                    </p:animMotion>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0"/>
                                        </p:tgtEl>
                                        <p:attrNameLst>
                                          <p:attrName>style.visibility</p:attrName>
                                        </p:attrNameLst>
                                      </p:cBhvr>
                                      <p:to>
                                        <p:strVal val="visible"/>
                                      </p:to>
                                    </p:set>
                                    <p:animEffect transition="in" filter="fade">
                                      <p:cBhvr>
                                        <p:cTn id="52" dur="500"/>
                                        <p:tgtEl>
                                          <p:spTgt spid="1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 grpId="0" animBg="1"/>
      <p:bldP spid="5" grpId="0" animBg="1"/>
      <p:bldP spid="6" grpId="0" animBg="1"/>
      <p:bldP spid="26" grpId="0"/>
      <p:bldP spid="28" grpId="0"/>
      <p:bldP spid="17" grpId="0" animBg="1"/>
      <p:bldP spid="1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DD8B0-C844-52EB-B4FD-5E4658E2E0B0}"/>
            </a:ext>
          </a:extLst>
        </p:cNvPr>
        <p:cNvGrpSpPr/>
        <p:nvPr/>
      </p:nvGrpSpPr>
      <p:grpSpPr>
        <a:xfrm>
          <a:off x="0" y="0"/>
          <a:ext cx="0" cy="0"/>
          <a:chOff x="0" y="0"/>
          <a:chExt cx="0" cy="0"/>
        </a:xfrm>
      </p:grpSpPr>
      <p:sp>
        <p:nvSpPr>
          <p:cNvPr id="73" name="コンテンツ プレースホルダー 2">
            <a:extLst>
              <a:ext uri="{FF2B5EF4-FFF2-40B4-BE49-F238E27FC236}">
                <a16:creationId xmlns:a16="http://schemas.microsoft.com/office/drawing/2014/main" id="{EDADE13E-43C7-DC5D-E97B-4F5B3F96E25E}"/>
              </a:ext>
            </a:extLst>
          </p:cNvPr>
          <p:cNvSpPr>
            <a:spLocks noGrp="1"/>
          </p:cNvSpPr>
          <p:nvPr>
            <p:ph idx="1"/>
          </p:nvPr>
        </p:nvSpPr>
        <p:spPr>
          <a:xfrm>
            <a:off x="221480" y="994887"/>
            <a:ext cx="8900931" cy="5769980"/>
          </a:xfrm>
          <a:ln>
            <a:noFill/>
          </a:ln>
        </p:spPr>
        <p:txBody>
          <a:bodyPr/>
          <a:lstStyle/>
          <a:p>
            <a:r>
              <a:rPr lang="en-US" altLang="ja-JP" b="1" dirty="0"/>
              <a:t>CNF</a:t>
            </a:r>
            <a:r>
              <a:rPr lang="ja-JP" altLang="en-US" b="1" dirty="0"/>
              <a:t>が</a:t>
            </a:r>
            <a:r>
              <a:rPr lang="en-US" altLang="ja-JP" b="1" dirty="0"/>
              <a:t>HW (ASIC,</a:t>
            </a:r>
            <a:r>
              <a:rPr lang="ja-JP" altLang="en-US" b="1" dirty="0"/>
              <a:t> </a:t>
            </a:r>
            <a:r>
              <a:rPr lang="en-US" altLang="ja-JP" b="1" dirty="0"/>
              <a:t>TCAM) </a:t>
            </a:r>
            <a:r>
              <a:rPr lang="ja-JP" altLang="en-US" b="1" dirty="0"/>
              <a:t>を共有リソースとして扱う</a:t>
            </a:r>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p:txBody>
      </p:sp>
      <p:cxnSp>
        <p:nvCxnSpPr>
          <p:cNvPr id="37" name="直線コネクタ 36">
            <a:extLst>
              <a:ext uri="{FF2B5EF4-FFF2-40B4-BE49-F238E27FC236}">
                <a16:creationId xmlns:a16="http://schemas.microsoft.com/office/drawing/2014/main" id="{79E62600-66F2-C700-C79A-1E0B68DC9736}"/>
              </a:ext>
            </a:extLst>
          </p:cNvPr>
          <p:cNvCxnSpPr>
            <a:cxnSpLocks/>
          </p:cNvCxnSpPr>
          <p:nvPr/>
        </p:nvCxnSpPr>
        <p:spPr>
          <a:xfrm>
            <a:off x="1893656" y="1976855"/>
            <a:ext cx="4632603" cy="19893"/>
          </a:xfrm>
          <a:prstGeom prst="line">
            <a:avLst/>
          </a:prstGeom>
          <a:ln w="28575">
            <a:solidFill>
              <a:schemeClr val="tx1"/>
            </a:solidFill>
            <a:tailEnd type="none"/>
          </a:ln>
        </p:spPr>
        <p:style>
          <a:lnRef idx="2">
            <a:schemeClr val="accent1"/>
          </a:lnRef>
          <a:fillRef idx="0">
            <a:schemeClr val="accent1"/>
          </a:fillRef>
          <a:effectRef idx="1">
            <a:schemeClr val="accent1"/>
          </a:effectRef>
          <a:fontRef idx="minor">
            <a:schemeClr val="tx1"/>
          </a:fontRef>
        </p:style>
      </p:cxnSp>
      <p:pic>
        <p:nvPicPr>
          <p:cNvPr id="10" name="Picture 2" descr="ネットワークスイッチイラスト／無料イラストなら「イラストAC」">
            <a:extLst>
              <a:ext uri="{FF2B5EF4-FFF2-40B4-BE49-F238E27FC236}">
                <a16:creationId xmlns:a16="http://schemas.microsoft.com/office/drawing/2014/main" id="{71760083-42AB-4AA8-4BD7-C45EF4D32D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40714" r="3635" b="40306"/>
          <a:stretch/>
        </p:blipFill>
        <p:spPr bwMode="auto">
          <a:xfrm>
            <a:off x="3404585" y="1835704"/>
            <a:ext cx="1682337" cy="322089"/>
          </a:xfrm>
          <a:prstGeom prst="rect">
            <a:avLst/>
          </a:prstGeom>
          <a:noFill/>
          <a:extLst>
            <a:ext uri="{909E8E84-426E-40DD-AFC4-6F175D3DCCD1}">
              <a14:hiddenFill xmlns:a14="http://schemas.microsoft.com/office/drawing/2010/main">
                <a:solidFill>
                  <a:srgbClr val="FFFFFF"/>
                </a:solidFill>
              </a14:hiddenFill>
            </a:ext>
          </a:extLst>
        </p:spPr>
      </p:pic>
      <p:sp>
        <p:nvSpPr>
          <p:cNvPr id="52" name="正方形/長方形 51">
            <a:extLst>
              <a:ext uri="{FF2B5EF4-FFF2-40B4-BE49-F238E27FC236}">
                <a16:creationId xmlns:a16="http://schemas.microsoft.com/office/drawing/2014/main" id="{AD4C7BE8-5878-68C6-CECC-F4DB673304FC}"/>
              </a:ext>
            </a:extLst>
          </p:cNvPr>
          <p:cNvSpPr/>
          <p:nvPr/>
        </p:nvSpPr>
        <p:spPr>
          <a:xfrm>
            <a:off x="2172210" y="1847338"/>
            <a:ext cx="921510" cy="265714"/>
          </a:xfrm>
          <a:prstGeom prst="rect">
            <a:avLst/>
          </a:prstGeom>
          <a:solidFill>
            <a:schemeClr val="bg1"/>
          </a:solidFill>
          <a:ln w="2857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packet</a:t>
            </a:r>
          </a:p>
        </p:txBody>
      </p:sp>
      <p:sp>
        <p:nvSpPr>
          <p:cNvPr id="58" name="テキスト ボックス 57">
            <a:extLst>
              <a:ext uri="{FF2B5EF4-FFF2-40B4-BE49-F238E27FC236}">
                <a16:creationId xmlns:a16="http://schemas.microsoft.com/office/drawing/2014/main" id="{64643524-85D8-0151-8A0F-909028C7CF35}"/>
              </a:ext>
            </a:extLst>
          </p:cNvPr>
          <p:cNvSpPr txBox="1"/>
          <p:nvPr/>
        </p:nvSpPr>
        <p:spPr>
          <a:xfrm>
            <a:off x="3863575" y="1517126"/>
            <a:ext cx="764355" cy="400110"/>
          </a:xfrm>
          <a:prstGeom prst="rect">
            <a:avLst/>
          </a:prstGeom>
          <a:noFill/>
        </p:spPr>
        <p:txBody>
          <a:bodyPr wrap="square">
            <a:spAutoFit/>
          </a:bodyPr>
          <a:lstStyle/>
          <a:p>
            <a:r>
              <a:rPr lang="en-US" altLang="ja-JP" sz="2000" b="1"/>
              <a:t>WBS</a:t>
            </a:r>
            <a:endParaRPr lang="ja-JP" altLang="en-US" sz="2000"/>
          </a:p>
        </p:txBody>
      </p:sp>
      <p:sp>
        <p:nvSpPr>
          <p:cNvPr id="2" name="タイトル 1">
            <a:extLst>
              <a:ext uri="{FF2B5EF4-FFF2-40B4-BE49-F238E27FC236}">
                <a16:creationId xmlns:a16="http://schemas.microsoft.com/office/drawing/2014/main" id="{42B68360-CCEC-FCFF-722D-3E8654F6999E}"/>
              </a:ext>
            </a:extLst>
          </p:cNvPr>
          <p:cNvSpPr>
            <a:spLocks noGrp="1"/>
          </p:cNvSpPr>
          <p:nvPr>
            <p:ph type="title"/>
          </p:nvPr>
        </p:nvSpPr>
        <p:spPr/>
        <p:txBody>
          <a:bodyPr/>
          <a:lstStyle/>
          <a:p>
            <a:r>
              <a:rPr lang="ja-JP" altLang="en-US" dirty="0"/>
              <a:t>インバウンド・オフロード</a:t>
            </a:r>
            <a:endParaRPr lang="en-US" dirty="0"/>
          </a:p>
        </p:txBody>
      </p:sp>
      <p:sp>
        <p:nvSpPr>
          <p:cNvPr id="4" name="スライド番号プレースホルダー 3">
            <a:extLst>
              <a:ext uri="{FF2B5EF4-FFF2-40B4-BE49-F238E27FC236}">
                <a16:creationId xmlns:a16="http://schemas.microsoft.com/office/drawing/2014/main" id="{4459772D-7969-2290-AA07-6D86ABD96225}"/>
              </a:ext>
            </a:extLst>
          </p:cNvPr>
          <p:cNvSpPr>
            <a:spLocks noGrp="1"/>
          </p:cNvSpPr>
          <p:nvPr>
            <p:ph type="sldNum" sz="quarter" idx="12"/>
          </p:nvPr>
        </p:nvSpPr>
        <p:spPr/>
        <p:txBody>
          <a:bodyPr/>
          <a:lstStyle/>
          <a:p>
            <a:fld id="{243EA04C-AED1-46B0-BC3C-C24F4C35F66C}" type="slidenum">
              <a:rPr lang="ja-JP" altLang="en-US" smtClean="0"/>
              <a:pPr/>
              <a:t>7</a:t>
            </a:fld>
            <a:endParaRPr lang="ja-JP" altLang="en-US"/>
          </a:p>
        </p:txBody>
      </p:sp>
      <p:sp>
        <p:nvSpPr>
          <p:cNvPr id="6" name="吹き出し: 角を丸めた四角形 5">
            <a:extLst>
              <a:ext uri="{FF2B5EF4-FFF2-40B4-BE49-F238E27FC236}">
                <a16:creationId xmlns:a16="http://schemas.microsoft.com/office/drawing/2014/main" id="{FE0A8D7B-0108-0EBD-4AA1-B4705273B81B}"/>
              </a:ext>
            </a:extLst>
          </p:cNvPr>
          <p:cNvSpPr/>
          <p:nvPr/>
        </p:nvSpPr>
        <p:spPr>
          <a:xfrm>
            <a:off x="135041" y="2349103"/>
            <a:ext cx="8815234" cy="1793462"/>
          </a:xfrm>
          <a:prstGeom prst="wedgeRoundRectCallout">
            <a:avLst>
              <a:gd name="adj1" fmla="val -3980"/>
              <a:gd name="adj2" fmla="val -57890"/>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四角形: 角を丸くする 14">
            <a:extLst>
              <a:ext uri="{FF2B5EF4-FFF2-40B4-BE49-F238E27FC236}">
                <a16:creationId xmlns:a16="http://schemas.microsoft.com/office/drawing/2014/main" id="{D3B49FD1-F4C6-44B8-3C8C-6A3CE1AD8767}"/>
              </a:ext>
            </a:extLst>
          </p:cNvPr>
          <p:cNvSpPr/>
          <p:nvPr/>
        </p:nvSpPr>
        <p:spPr>
          <a:xfrm>
            <a:off x="3130121" y="2439475"/>
            <a:ext cx="2823574" cy="1597141"/>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角を丸くする 18">
            <a:extLst>
              <a:ext uri="{FF2B5EF4-FFF2-40B4-BE49-F238E27FC236}">
                <a16:creationId xmlns:a16="http://schemas.microsoft.com/office/drawing/2014/main" id="{F5EB87C7-E252-399B-42D3-C7D5A8CEC8B6}"/>
              </a:ext>
            </a:extLst>
          </p:cNvPr>
          <p:cNvSpPr/>
          <p:nvPr/>
        </p:nvSpPr>
        <p:spPr>
          <a:xfrm>
            <a:off x="6044843" y="2458053"/>
            <a:ext cx="2823574" cy="1597141"/>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B74AEAE6-B64C-917E-3ADC-F927C596A772}"/>
              </a:ext>
            </a:extLst>
          </p:cNvPr>
          <p:cNvSpPr txBox="1"/>
          <p:nvPr/>
        </p:nvSpPr>
        <p:spPr>
          <a:xfrm>
            <a:off x="4079699" y="2419185"/>
            <a:ext cx="813574" cy="369332"/>
          </a:xfrm>
          <a:prstGeom prst="rect">
            <a:avLst/>
          </a:prstGeom>
          <a:noFill/>
        </p:spPr>
        <p:txBody>
          <a:bodyPr wrap="square">
            <a:spAutoFit/>
          </a:bodyPr>
          <a:lstStyle/>
          <a:p>
            <a:pPr algn="ctr"/>
            <a:r>
              <a:rPr lang="en-US" altLang="ja-JP" b="1" dirty="0"/>
              <a:t>ASIC</a:t>
            </a:r>
          </a:p>
        </p:txBody>
      </p:sp>
      <p:sp>
        <p:nvSpPr>
          <p:cNvPr id="36" name="テキスト ボックス 35">
            <a:extLst>
              <a:ext uri="{FF2B5EF4-FFF2-40B4-BE49-F238E27FC236}">
                <a16:creationId xmlns:a16="http://schemas.microsoft.com/office/drawing/2014/main" id="{BA032068-736F-0B68-CA75-2682D1152C9D}"/>
              </a:ext>
            </a:extLst>
          </p:cNvPr>
          <p:cNvSpPr txBox="1"/>
          <p:nvPr/>
        </p:nvSpPr>
        <p:spPr>
          <a:xfrm>
            <a:off x="7049843" y="2437902"/>
            <a:ext cx="813574" cy="369332"/>
          </a:xfrm>
          <a:prstGeom prst="rect">
            <a:avLst/>
          </a:prstGeom>
          <a:noFill/>
        </p:spPr>
        <p:txBody>
          <a:bodyPr wrap="square">
            <a:spAutoFit/>
          </a:bodyPr>
          <a:lstStyle/>
          <a:p>
            <a:pPr algn="ctr"/>
            <a:r>
              <a:rPr lang="en-US" altLang="ja-JP" b="1"/>
              <a:t>TCAM</a:t>
            </a:r>
          </a:p>
        </p:txBody>
      </p:sp>
      <p:sp>
        <p:nvSpPr>
          <p:cNvPr id="18" name="四角形: 角を丸くする 17">
            <a:extLst>
              <a:ext uri="{FF2B5EF4-FFF2-40B4-BE49-F238E27FC236}">
                <a16:creationId xmlns:a16="http://schemas.microsoft.com/office/drawing/2014/main" id="{1F919992-2D8F-9FA0-1175-38F91C7BD481}"/>
              </a:ext>
            </a:extLst>
          </p:cNvPr>
          <p:cNvSpPr/>
          <p:nvPr/>
        </p:nvSpPr>
        <p:spPr>
          <a:xfrm>
            <a:off x="221480" y="2439475"/>
            <a:ext cx="2823574" cy="1597141"/>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11DA4B0B-43D5-1902-6CE1-B2F3AABF82E7}"/>
              </a:ext>
            </a:extLst>
          </p:cNvPr>
          <p:cNvSpPr txBox="1"/>
          <p:nvPr/>
        </p:nvSpPr>
        <p:spPr>
          <a:xfrm>
            <a:off x="973551" y="2419185"/>
            <a:ext cx="1373408" cy="369332"/>
          </a:xfrm>
          <a:prstGeom prst="rect">
            <a:avLst/>
          </a:prstGeom>
          <a:noFill/>
        </p:spPr>
        <p:txBody>
          <a:bodyPr wrap="square">
            <a:spAutoFit/>
          </a:bodyPr>
          <a:lstStyle/>
          <a:p>
            <a:pPr algn="ctr"/>
            <a:r>
              <a:rPr lang="en-US" altLang="ja-JP" b="1" dirty="0">
                <a:latin typeface="+mj-ea"/>
                <a:ea typeface="+mj-ea"/>
              </a:rPr>
              <a:t>CPU</a:t>
            </a:r>
          </a:p>
        </p:txBody>
      </p:sp>
      <p:sp>
        <p:nvSpPr>
          <p:cNvPr id="26" name="テキスト ボックス 25">
            <a:extLst>
              <a:ext uri="{FF2B5EF4-FFF2-40B4-BE49-F238E27FC236}">
                <a16:creationId xmlns:a16="http://schemas.microsoft.com/office/drawing/2014/main" id="{3581332C-D95C-4527-D102-861614EFFAE2}"/>
              </a:ext>
            </a:extLst>
          </p:cNvPr>
          <p:cNvSpPr txBox="1"/>
          <p:nvPr/>
        </p:nvSpPr>
        <p:spPr>
          <a:xfrm>
            <a:off x="221480" y="2956206"/>
            <a:ext cx="2995079" cy="369332"/>
          </a:xfrm>
          <a:prstGeom prst="rect">
            <a:avLst/>
          </a:prstGeom>
          <a:noFill/>
        </p:spPr>
        <p:txBody>
          <a:bodyPr wrap="square">
            <a:spAutoFit/>
          </a:bodyPr>
          <a:lstStyle/>
          <a:p>
            <a:r>
              <a:rPr lang="en-US" altLang="ja-JP" b="1" dirty="0">
                <a:latin typeface="+mj-ea"/>
                <a:ea typeface="+mj-ea"/>
              </a:rPr>
              <a:t>CNF</a:t>
            </a:r>
            <a:r>
              <a:rPr lang="ja-JP" altLang="en-US" b="1" dirty="0">
                <a:latin typeface="+mj-ea"/>
                <a:ea typeface="+mj-ea"/>
              </a:rPr>
              <a:t>へ</a:t>
            </a:r>
            <a:r>
              <a:rPr lang="en-US" altLang="ja-JP" b="1" dirty="0">
                <a:latin typeface="+mj-ea"/>
                <a:ea typeface="+mj-ea"/>
              </a:rPr>
              <a:t>HW</a:t>
            </a:r>
            <a:r>
              <a:rPr lang="ja-JP" altLang="en-US" b="1" dirty="0">
                <a:latin typeface="+mj-ea"/>
                <a:ea typeface="+mj-ea"/>
              </a:rPr>
              <a:t>リソースを割当</a:t>
            </a:r>
            <a:endParaRPr lang="en-US" altLang="ja-JP" b="1" dirty="0">
              <a:latin typeface="+mj-ea"/>
              <a:ea typeface="+mj-ea"/>
            </a:endParaRPr>
          </a:p>
        </p:txBody>
      </p:sp>
      <p:sp>
        <p:nvSpPr>
          <p:cNvPr id="29" name="テキスト ボックス 28">
            <a:extLst>
              <a:ext uri="{FF2B5EF4-FFF2-40B4-BE49-F238E27FC236}">
                <a16:creationId xmlns:a16="http://schemas.microsoft.com/office/drawing/2014/main" id="{07E0CDB2-3582-56A7-F425-4B942A1E4E79}"/>
              </a:ext>
            </a:extLst>
          </p:cNvPr>
          <p:cNvSpPr txBox="1"/>
          <p:nvPr/>
        </p:nvSpPr>
        <p:spPr>
          <a:xfrm>
            <a:off x="242641" y="3377770"/>
            <a:ext cx="2995079" cy="369332"/>
          </a:xfrm>
          <a:prstGeom prst="rect">
            <a:avLst/>
          </a:prstGeom>
          <a:noFill/>
        </p:spPr>
        <p:txBody>
          <a:bodyPr wrap="square">
            <a:spAutoFit/>
          </a:bodyPr>
          <a:lstStyle/>
          <a:p>
            <a:r>
              <a:rPr lang="ja-JP" altLang="en-US" b="1" dirty="0">
                <a:latin typeface="+mj-ea"/>
                <a:ea typeface="+mj-ea"/>
              </a:rPr>
              <a:t>エントリの入れ替え</a:t>
            </a:r>
            <a:endParaRPr lang="en-US" altLang="ja-JP" b="1" dirty="0">
              <a:latin typeface="+mj-ea"/>
              <a:ea typeface="+mj-ea"/>
            </a:endParaRPr>
          </a:p>
        </p:txBody>
      </p:sp>
      <p:sp>
        <p:nvSpPr>
          <p:cNvPr id="32" name="正方形/長方形 31">
            <a:extLst>
              <a:ext uri="{FF2B5EF4-FFF2-40B4-BE49-F238E27FC236}">
                <a16:creationId xmlns:a16="http://schemas.microsoft.com/office/drawing/2014/main" id="{311E6384-ED57-A19C-8945-070FB88210EE}"/>
              </a:ext>
            </a:extLst>
          </p:cNvPr>
          <p:cNvSpPr/>
          <p:nvPr/>
        </p:nvSpPr>
        <p:spPr>
          <a:xfrm>
            <a:off x="4910963" y="5764453"/>
            <a:ext cx="646609" cy="618682"/>
          </a:xfrm>
          <a:prstGeom prst="rect">
            <a:avLst/>
          </a:prstGeom>
          <a:solidFill>
            <a:schemeClr val="accent2">
              <a:lumMod val="40000"/>
              <a:lumOff val="60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p>
          <a:p>
            <a:pPr algn="ctr"/>
            <a:r>
              <a:rPr lang="en-US" altLang="ja-JP" sz="1600" b="1" dirty="0"/>
              <a:t>B</a:t>
            </a:r>
            <a:endParaRPr lang="en-US" b="1" dirty="0"/>
          </a:p>
        </p:txBody>
      </p:sp>
      <p:sp>
        <p:nvSpPr>
          <p:cNvPr id="38" name="正方形/長方形 37">
            <a:extLst>
              <a:ext uri="{FF2B5EF4-FFF2-40B4-BE49-F238E27FC236}">
                <a16:creationId xmlns:a16="http://schemas.microsoft.com/office/drawing/2014/main" id="{4CAF4ACC-A549-BDCF-2685-FA10FF898179}"/>
              </a:ext>
            </a:extLst>
          </p:cNvPr>
          <p:cNvSpPr/>
          <p:nvPr/>
        </p:nvSpPr>
        <p:spPr>
          <a:xfrm>
            <a:off x="3130121" y="5773629"/>
            <a:ext cx="646609" cy="618682"/>
          </a:xfrm>
          <a:prstGeom prst="rect">
            <a:avLst/>
          </a:prstGeom>
          <a:solidFill>
            <a:schemeClr val="accent2">
              <a:lumMod val="20000"/>
              <a:lumOff val="80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p>
          <a:p>
            <a:pPr algn="ctr"/>
            <a:r>
              <a:rPr lang="en-US" altLang="ja-JP" sz="1600" b="1" dirty="0"/>
              <a:t>A</a:t>
            </a:r>
            <a:endParaRPr lang="en-US" b="1" dirty="0"/>
          </a:p>
        </p:txBody>
      </p:sp>
      <p:cxnSp>
        <p:nvCxnSpPr>
          <p:cNvPr id="40" name="直線矢印コネクタ 39">
            <a:extLst>
              <a:ext uri="{FF2B5EF4-FFF2-40B4-BE49-F238E27FC236}">
                <a16:creationId xmlns:a16="http://schemas.microsoft.com/office/drawing/2014/main" id="{71B2D0D9-0D22-C3A6-9360-A886B53F7763}"/>
              </a:ext>
            </a:extLst>
          </p:cNvPr>
          <p:cNvCxnSpPr>
            <a:cxnSpLocks/>
          </p:cNvCxnSpPr>
          <p:nvPr/>
        </p:nvCxnSpPr>
        <p:spPr>
          <a:xfrm flipV="1">
            <a:off x="3310112" y="4036616"/>
            <a:ext cx="553463" cy="1737013"/>
          </a:xfrm>
          <a:prstGeom prst="straightConnector1">
            <a:avLst/>
          </a:prstGeom>
          <a:ln w="38100">
            <a:solidFill>
              <a:schemeClr val="accent2">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3" name="直線矢印コネクタ 42">
            <a:extLst>
              <a:ext uri="{FF2B5EF4-FFF2-40B4-BE49-F238E27FC236}">
                <a16:creationId xmlns:a16="http://schemas.microsoft.com/office/drawing/2014/main" id="{1471EA0E-45D8-CA84-D475-D438265B9292}"/>
              </a:ext>
            </a:extLst>
          </p:cNvPr>
          <p:cNvCxnSpPr>
            <a:cxnSpLocks/>
          </p:cNvCxnSpPr>
          <p:nvPr/>
        </p:nvCxnSpPr>
        <p:spPr>
          <a:xfrm flipV="1">
            <a:off x="5090954" y="4055194"/>
            <a:ext cx="212566" cy="1709259"/>
          </a:xfrm>
          <a:prstGeom prst="straightConnector1">
            <a:avLst/>
          </a:prstGeom>
          <a:ln w="38100">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4" name="直線矢印コネクタ 43">
            <a:extLst>
              <a:ext uri="{FF2B5EF4-FFF2-40B4-BE49-F238E27FC236}">
                <a16:creationId xmlns:a16="http://schemas.microsoft.com/office/drawing/2014/main" id="{AB422AFB-7F3E-B5ED-B8B7-785BDD422CB0}"/>
              </a:ext>
            </a:extLst>
          </p:cNvPr>
          <p:cNvCxnSpPr>
            <a:cxnSpLocks/>
          </p:cNvCxnSpPr>
          <p:nvPr/>
        </p:nvCxnSpPr>
        <p:spPr>
          <a:xfrm flipV="1">
            <a:off x="3310112" y="4055194"/>
            <a:ext cx="3425968" cy="1718435"/>
          </a:xfrm>
          <a:prstGeom prst="straightConnector1">
            <a:avLst/>
          </a:prstGeom>
          <a:ln w="38100">
            <a:solidFill>
              <a:schemeClr val="accent2">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6" name="直線矢印コネクタ 45">
            <a:extLst>
              <a:ext uri="{FF2B5EF4-FFF2-40B4-BE49-F238E27FC236}">
                <a16:creationId xmlns:a16="http://schemas.microsoft.com/office/drawing/2014/main" id="{8CEAFE2A-56B1-F0E4-13E7-1056DD0A547D}"/>
              </a:ext>
            </a:extLst>
          </p:cNvPr>
          <p:cNvCxnSpPr>
            <a:cxnSpLocks/>
          </p:cNvCxnSpPr>
          <p:nvPr/>
        </p:nvCxnSpPr>
        <p:spPr>
          <a:xfrm flipV="1">
            <a:off x="5090954" y="4055194"/>
            <a:ext cx="3087846" cy="1709259"/>
          </a:xfrm>
          <a:prstGeom prst="straightConnector1">
            <a:avLst/>
          </a:prstGeom>
          <a:ln w="38100">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1" name="吹き出し: 四角形 60">
            <a:extLst>
              <a:ext uri="{FF2B5EF4-FFF2-40B4-BE49-F238E27FC236}">
                <a16:creationId xmlns:a16="http://schemas.microsoft.com/office/drawing/2014/main" id="{866CBCC5-D1CA-E9C2-0DA9-0B0B76171DBD}"/>
              </a:ext>
            </a:extLst>
          </p:cNvPr>
          <p:cNvSpPr/>
          <p:nvPr/>
        </p:nvSpPr>
        <p:spPr>
          <a:xfrm>
            <a:off x="1498444" y="5014294"/>
            <a:ext cx="1318645" cy="1510885"/>
          </a:xfrm>
          <a:prstGeom prst="wedgeRectCallout">
            <a:avLst>
              <a:gd name="adj1" fmla="val 71969"/>
              <a:gd name="adj2" fmla="val 21668"/>
            </a:avLst>
          </a:prstGeom>
          <a:solidFill>
            <a:schemeClr val="bg1"/>
          </a:solidFill>
          <a:ln w="381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4" name="四角形: 角を丸くする 63">
            <a:extLst>
              <a:ext uri="{FF2B5EF4-FFF2-40B4-BE49-F238E27FC236}">
                <a16:creationId xmlns:a16="http://schemas.microsoft.com/office/drawing/2014/main" id="{C0B3D48E-62BE-59EB-88A2-4751FA7E81FE}"/>
              </a:ext>
            </a:extLst>
          </p:cNvPr>
          <p:cNvSpPr/>
          <p:nvPr/>
        </p:nvSpPr>
        <p:spPr>
          <a:xfrm>
            <a:off x="6167120" y="2807234"/>
            <a:ext cx="1229360" cy="1125578"/>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四角形: 角を丸くする 64">
            <a:extLst>
              <a:ext uri="{FF2B5EF4-FFF2-40B4-BE49-F238E27FC236}">
                <a16:creationId xmlns:a16="http://schemas.microsoft.com/office/drawing/2014/main" id="{560565C2-A899-A200-B4CE-CBC60DFA4629}"/>
              </a:ext>
            </a:extLst>
          </p:cNvPr>
          <p:cNvSpPr/>
          <p:nvPr/>
        </p:nvSpPr>
        <p:spPr>
          <a:xfrm>
            <a:off x="7520283" y="2826543"/>
            <a:ext cx="1229360" cy="1125578"/>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吹き出し: 四角形 65">
            <a:extLst>
              <a:ext uri="{FF2B5EF4-FFF2-40B4-BE49-F238E27FC236}">
                <a16:creationId xmlns:a16="http://schemas.microsoft.com/office/drawing/2014/main" id="{31F113CC-C9BA-1632-B09F-CFFD4A85E656}"/>
              </a:ext>
            </a:extLst>
          </p:cNvPr>
          <p:cNvSpPr/>
          <p:nvPr/>
        </p:nvSpPr>
        <p:spPr>
          <a:xfrm>
            <a:off x="5867129" y="5035589"/>
            <a:ext cx="1318645" cy="1510885"/>
          </a:xfrm>
          <a:prstGeom prst="wedgeRectCallout">
            <a:avLst>
              <a:gd name="adj1" fmla="val -71342"/>
              <a:gd name="adj2" fmla="val 19651"/>
            </a:avLst>
          </a:prstGeom>
          <a:solidFill>
            <a:schemeClr val="bg1"/>
          </a:solidFill>
          <a:ln w="381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76" name="グループ化 75">
            <a:extLst>
              <a:ext uri="{FF2B5EF4-FFF2-40B4-BE49-F238E27FC236}">
                <a16:creationId xmlns:a16="http://schemas.microsoft.com/office/drawing/2014/main" id="{AB763942-02FB-5DCB-DD8E-BB702B8664BB}"/>
              </a:ext>
            </a:extLst>
          </p:cNvPr>
          <p:cNvGrpSpPr/>
          <p:nvPr/>
        </p:nvGrpSpPr>
        <p:grpSpPr>
          <a:xfrm>
            <a:off x="5159264" y="2778042"/>
            <a:ext cx="639826" cy="265714"/>
            <a:chOff x="2116421" y="2980031"/>
            <a:chExt cx="639826" cy="265714"/>
          </a:xfrm>
        </p:grpSpPr>
        <p:sp>
          <p:nvSpPr>
            <p:cNvPr id="77" name="正方形/長方形 76">
              <a:extLst>
                <a:ext uri="{FF2B5EF4-FFF2-40B4-BE49-F238E27FC236}">
                  <a16:creationId xmlns:a16="http://schemas.microsoft.com/office/drawing/2014/main" id="{243CADB5-CF51-44A5-5672-066823DE644D}"/>
                </a:ext>
              </a:extLst>
            </p:cNvPr>
            <p:cNvSpPr/>
            <p:nvPr/>
          </p:nvSpPr>
          <p:spPr>
            <a:xfrm>
              <a:off x="2116421" y="2980031"/>
              <a:ext cx="639826" cy="265714"/>
            </a:xfrm>
            <a:prstGeom prst="rect">
              <a:avLst/>
            </a:prstGeom>
            <a:solidFill>
              <a:schemeClr val="bg1"/>
            </a:solidFill>
            <a:ln w="2857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8" name="正方形/長方形 77">
              <a:extLst>
                <a:ext uri="{FF2B5EF4-FFF2-40B4-BE49-F238E27FC236}">
                  <a16:creationId xmlns:a16="http://schemas.microsoft.com/office/drawing/2014/main" id="{47B46E78-B552-D735-0B9E-10A747408F54}"/>
                </a:ext>
              </a:extLst>
            </p:cNvPr>
            <p:cNvSpPr/>
            <p:nvPr/>
          </p:nvSpPr>
          <p:spPr>
            <a:xfrm>
              <a:off x="2116421" y="2980031"/>
              <a:ext cx="183640" cy="265714"/>
            </a:xfrm>
            <a:prstGeom prst="rect">
              <a:avLst/>
            </a:prstGeom>
            <a:solidFill>
              <a:schemeClr val="accent2">
                <a:lumMod val="40000"/>
                <a:lumOff val="60000"/>
              </a:schemeClr>
            </a:solidFill>
            <a:ln w="2857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82" name="正方形/長方形 81">
            <a:extLst>
              <a:ext uri="{FF2B5EF4-FFF2-40B4-BE49-F238E27FC236}">
                <a16:creationId xmlns:a16="http://schemas.microsoft.com/office/drawing/2014/main" id="{75B94836-68E5-D23F-F56E-262A740FD132}"/>
              </a:ext>
            </a:extLst>
          </p:cNvPr>
          <p:cNvSpPr/>
          <p:nvPr/>
        </p:nvSpPr>
        <p:spPr>
          <a:xfrm>
            <a:off x="5627635" y="3627702"/>
            <a:ext cx="183640" cy="265714"/>
          </a:xfrm>
          <a:prstGeom prst="rect">
            <a:avLst/>
          </a:prstGeom>
          <a:solidFill>
            <a:srgbClr val="FF0000"/>
          </a:solidFill>
          <a:ln w="2857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3" name="正方形/長方形 82">
            <a:extLst>
              <a:ext uri="{FF2B5EF4-FFF2-40B4-BE49-F238E27FC236}">
                <a16:creationId xmlns:a16="http://schemas.microsoft.com/office/drawing/2014/main" id="{8712AFED-3204-5C11-D5A2-D92F50BE63E1}"/>
              </a:ext>
            </a:extLst>
          </p:cNvPr>
          <p:cNvSpPr/>
          <p:nvPr/>
        </p:nvSpPr>
        <p:spPr>
          <a:xfrm>
            <a:off x="4979018" y="3627702"/>
            <a:ext cx="639826" cy="265714"/>
          </a:xfrm>
          <a:prstGeom prst="rect">
            <a:avLst/>
          </a:prstGeom>
          <a:solidFill>
            <a:schemeClr val="bg1"/>
          </a:solidFill>
          <a:ln w="2857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4" name="正方形/長方形 83">
            <a:extLst>
              <a:ext uri="{FF2B5EF4-FFF2-40B4-BE49-F238E27FC236}">
                <a16:creationId xmlns:a16="http://schemas.microsoft.com/office/drawing/2014/main" id="{9550DD3B-EE72-0E11-4498-2C02210CB769}"/>
              </a:ext>
            </a:extLst>
          </p:cNvPr>
          <p:cNvSpPr/>
          <p:nvPr/>
        </p:nvSpPr>
        <p:spPr>
          <a:xfrm>
            <a:off x="5159264" y="3196269"/>
            <a:ext cx="639826" cy="265714"/>
          </a:xfrm>
          <a:prstGeom prst="rect">
            <a:avLst/>
          </a:prstGeom>
          <a:solidFill>
            <a:schemeClr val="bg1"/>
          </a:solidFill>
          <a:ln w="2857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5" name="テキスト ボックス 84">
            <a:extLst>
              <a:ext uri="{FF2B5EF4-FFF2-40B4-BE49-F238E27FC236}">
                <a16:creationId xmlns:a16="http://schemas.microsoft.com/office/drawing/2014/main" id="{9085E214-0998-A0AA-9725-1034BC687219}"/>
              </a:ext>
            </a:extLst>
          </p:cNvPr>
          <p:cNvSpPr txBox="1"/>
          <p:nvPr/>
        </p:nvSpPr>
        <p:spPr>
          <a:xfrm>
            <a:off x="3290144" y="3563372"/>
            <a:ext cx="1337786" cy="369332"/>
          </a:xfrm>
          <a:prstGeom prst="rect">
            <a:avLst/>
          </a:prstGeom>
          <a:noFill/>
        </p:spPr>
        <p:txBody>
          <a:bodyPr wrap="square">
            <a:spAutoFit/>
          </a:bodyPr>
          <a:lstStyle/>
          <a:p>
            <a:r>
              <a:rPr lang="ja-JP" altLang="en-US" b="1" dirty="0">
                <a:latin typeface="+mj-ea"/>
                <a:ea typeface="+mj-ea"/>
              </a:rPr>
              <a:t>タグ付け</a:t>
            </a:r>
            <a:endParaRPr lang="en-US" altLang="ja-JP" b="1" dirty="0">
              <a:latin typeface="+mj-ea"/>
              <a:ea typeface="+mj-ea"/>
            </a:endParaRPr>
          </a:p>
        </p:txBody>
      </p:sp>
      <p:sp>
        <p:nvSpPr>
          <p:cNvPr id="97" name="矢印: 上 96">
            <a:extLst>
              <a:ext uri="{FF2B5EF4-FFF2-40B4-BE49-F238E27FC236}">
                <a16:creationId xmlns:a16="http://schemas.microsoft.com/office/drawing/2014/main" id="{39939CB0-2B33-10F0-2AF6-9C21D593EC2F}"/>
              </a:ext>
            </a:extLst>
          </p:cNvPr>
          <p:cNvSpPr/>
          <p:nvPr/>
        </p:nvSpPr>
        <p:spPr>
          <a:xfrm rot="3519888">
            <a:off x="4427547" y="2961996"/>
            <a:ext cx="367171" cy="3934542"/>
          </a:xfrm>
          <a:prstGeom prst="upArrow">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矢印: 上 97">
            <a:extLst>
              <a:ext uri="{FF2B5EF4-FFF2-40B4-BE49-F238E27FC236}">
                <a16:creationId xmlns:a16="http://schemas.microsoft.com/office/drawing/2014/main" id="{40BDE767-0215-B766-CC87-FFA140A57D90}"/>
              </a:ext>
            </a:extLst>
          </p:cNvPr>
          <p:cNvSpPr/>
          <p:nvPr/>
        </p:nvSpPr>
        <p:spPr>
          <a:xfrm rot="2194784">
            <a:off x="7504985" y="3826682"/>
            <a:ext cx="367171" cy="1651009"/>
          </a:xfrm>
          <a:prstGeom prst="up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吹き出し: 角を丸めた四角形 70">
            <a:extLst>
              <a:ext uri="{FF2B5EF4-FFF2-40B4-BE49-F238E27FC236}">
                <a16:creationId xmlns:a16="http://schemas.microsoft.com/office/drawing/2014/main" id="{98F033D7-84DF-AF48-4C8D-6ED2E235BEDD}"/>
              </a:ext>
            </a:extLst>
          </p:cNvPr>
          <p:cNvSpPr/>
          <p:nvPr/>
        </p:nvSpPr>
        <p:spPr>
          <a:xfrm>
            <a:off x="3376521" y="4857468"/>
            <a:ext cx="1765096" cy="793671"/>
          </a:xfrm>
          <a:prstGeom prst="wedgeRoundRectCallout">
            <a:avLst>
              <a:gd name="adj1" fmla="val 35776"/>
              <a:gd name="adj2" fmla="val 74436"/>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テキスト ボックス 71">
            <a:extLst>
              <a:ext uri="{FF2B5EF4-FFF2-40B4-BE49-F238E27FC236}">
                <a16:creationId xmlns:a16="http://schemas.microsoft.com/office/drawing/2014/main" id="{0D8BDB9C-8A2D-99A4-DEF7-96FFB116495C}"/>
              </a:ext>
            </a:extLst>
          </p:cNvPr>
          <p:cNvSpPr txBox="1"/>
          <p:nvPr/>
        </p:nvSpPr>
        <p:spPr>
          <a:xfrm>
            <a:off x="3524324" y="4909794"/>
            <a:ext cx="1337786" cy="369332"/>
          </a:xfrm>
          <a:prstGeom prst="rect">
            <a:avLst/>
          </a:prstGeom>
          <a:noFill/>
        </p:spPr>
        <p:txBody>
          <a:bodyPr wrap="square">
            <a:spAutoFit/>
          </a:bodyPr>
          <a:lstStyle/>
          <a:p>
            <a:r>
              <a:rPr lang="ja-JP" altLang="en-US" b="1" dirty="0">
                <a:latin typeface="+mj-ea"/>
                <a:ea typeface="+mj-ea"/>
              </a:rPr>
              <a:t>ヘッダ解析</a:t>
            </a:r>
            <a:endParaRPr lang="ja-JP" altLang="en-US" dirty="0">
              <a:latin typeface="+mj-ea"/>
              <a:ea typeface="+mj-ea"/>
            </a:endParaRPr>
          </a:p>
        </p:txBody>
      </p:sp>
      <p:sp>
        <p:nvSpPr>
          <p:cNvPr id="74" name="テキスト ボックス 73">
            <a:extLst>
              <a:ext uri="{FF2B5EF4-FFF2-40B4-BE49-F238E27FC236}">
                <a16:creationId xmlns:a16="http://schemas.microsoft.com/office/drawing/2014/main" id="{4C030201-43A4-AE2C-8D1B-F5140BBBFF51}"/>
              </a:ext>
            </a:extLst>
          </p:cNvPr>
          <p:cNvSpPr txBox="1"/>
          <p:nvPr/>
        </p:nvSpPr>
        <p:spPr>
          <a:xfrm>
            <a:off x="3357024" y="5202709"/>
            <a:ext cx="1892585" cy="369332"/>
          </a:xfrm>
          <a:prstGeom prst="rect">
            <a:avLst/>
          </a:prstGeom>
          <a:noFill/>
        </p:spPr>
        <p:txBody>
          <a:bodyPr wrap="square">
            <a:spAutoFit/>
          </a:bodyPr>
          <a:lstStyle/>
          <a:p>
            <a:r>
              <a:rPr lang="ja-JP" altLang="en-US" b="1" dirty="0">
                <a:latin typeface="+mj-ea"/>
                <a:ea typeface="+mj-ea"/>
              </a:rPr>
              <a:t>マッチング処理</a:t>
            </a:r>
            <a:endParaRPr lang="ja-JP" altLang="en-US" dirty="0">
              <a:latin typeface="+mj-ea"/>
              <a:ea typeface="+mj-ea"/>
            </a:endParaRPr>
          </a:p>
        </p:txBody>
      </p:sp>
      <p:graphicFrame>
        <p:nvGraphicFramePr>
          <p:cNvPr id="68" name="表 67">
            <a:extLst>
              <a:ext uri="{FF2B5EF4-FFF2-40B4-BE49-F238E27FC236}">
                <a16:creationId xmlns:a16="http://schemas.microsoft.com/office/drawing/2014/main" id="{7326100A-F61D-F551-F977-AD776E4E3A43}"/>
              </a:ext>
            </a:extLst>
          </p:cNvPr>
          <p:cNvGraphicFramePr>
            <a:graphicFrameLocks noGrp="1"/>
          </p:cNvGraphicFramePr>
          <p:nvPr>
            <p:extLst>
              <p:ext uri="{D42A27DB-BD31-4B8C-83A1-F6EECF244321}">
                <p14:modId xmlns:p14="http://schemas.microsoft.com/office/powerpoint/2010/main" val="4175207115"/>
              </p:ext>
            </p:extLst>
          </p:nvPr>
        </p:nvGraphicFramePr>
        <p:xfrm>
          <a:off x="1661413" y="5625702"/>
          <a:ext cx="1020704" cy="815340"/>
        </p:xfrm>
        <a:graphic>
          <a:graphicData uri="http://schemas.openxmlformats.org/drawingml/2006/table">
            <a:tbl>
              <a:tblPr firstRow="1" bandRow="1">
                <a:tableStyleId>{5C22544A-7EE6-4342-B048-85BDC9FD1C3A}</a:tableStyleId>
              </a:tblPr>
              <a:tblGrid>
                <a:gridCol w="510352">
                  <a:extLst>
                    <a:ext uri="{9D8B030D-6E8A-4147-A177-3AD203B41FA5}">
                      <a16:colId xmlns:a16="http://schemas.microsoft.com/office/drawing/2014/main" val="1763835035"/>
                    </a:ext>
                  </a:extLst>
                </a:gridCol>
                <a:gridCol w="510352">
                  <a:extLst>
                    <a:ext uri="{9D8B030D-6E8A-4147-A177-3AD203B41FA5}">
                      <a16:colId xmlns:a16="http://schemas.microsoft.com/office/drawing/2014/main" val="3842013386"/>
                    </a:ext>
                  </a:extLst>
                </a:gridCol>
              </a:tblGrid>
              <a:tr h="247506">
                <a:tc>
                  <a:txBody>
                    <a:bodyPr/>
                    <a:lstStyle/>
                    <a:p>
                      <a:pPr algn="ctr"/>
                      <a:endParaRPr lang="en-US" sz="1100" dirty="0"/>
                    </a:p>
                  </a:txBody>
                  <a:tcPr/>
                </a:tc>
                <a:tc>
                  <a:txBody>
                    <a:bodyPr/>
                    <a:lstStyle/>
                    <a:p>
                      <a:pPr algn="ctr"/>
                      <a:endParaRPr lang="en-US" sz="1100" dirty="0"/>
                    </a:p>
                  </a:txBody>
                  <a:tcPr/>
                </a:tc>
                <a:extLst>
                  <a:ext uri="{0D108BD9-81ED-4DB2-BD59-A6C34878D82A}">
                    <a16:rowId xmlns:a16="http://schemas.microsoft.com/office/drawing/2014/main" val="3225516329"/>
                  </a:ext>
                </a:extLst>
              </a:tr>
              <a:tr h="291183">
                <a:tc>
                  <a:txBody>
                    <a:bodyPr/>
                    <a:lstStyle/>
                    <a:p>
                      <a:pPr algn="ctr"/>
                      <a:endParaRPr lang="en-US" sz="1400" b="1" dirty="0"/>
                    </a:p>
                  </a:txBody>
                  <a:tcPr/>
                </a:tc>
                <a:tc>
                  <a:txBody>
                    <a:bodyPr/>
                    <a:lstStyle/>
                    <a:p>
                      <a:pPr algn="ctr"/>
                      <a:endParaRPr lang="en-US" sz="1400" b="1" dirty="0"/>
                    </a:p>
                  </a:txBody>
                  <a:tcPr/>
                </a:tc>
                <a:extLst>
                  <a:ext uri="{0D108BD9-81ED-4DB2-BD59-A6C34878D82A}">
                    <a16:rowId xmlns:a16="http://schemas.microsoft.com/office/drawing/2014/main" val="2581499292"/>
                  </a:ext>
                </a:extLst>
              </a:tr>
              <a:tr h="241086">
                <a:tc>
                  <a:txBody>
                    <a:bodyPr/>
                    <a:lstStyle/>
                    <a:p>
                      <a:pPr algn="ctr"/>
                      <a:endParaRPr lang="en-US" sz="1000" b="1" dirty="0"/>
                    </a:p>
                  </a:txBody>
                  <a:tcPr/>
                </a:tc>
                <a:tc>
                  <a:txBody>
                    <a:bodyPr/>
                    <a:lstStyle/>
                    <a:p>
                      <a:pPr algn="ctr"/>
                      <a:endParaRPr lang="en-US" sz="1050" b="1" dirty="0"/>
                    </a:p>
                  </a:txBody>
                  <a:tcPr/>
                </a:tc>
                <a:extLst>
                  <a:ext uri="{0D108BD9-81ED-4DB2-BD59-A6C34878D82A}">
                    <a16:rowId xmlns:a16="http://schemas.microsoft.com/office/drawing/2014/main" val="418336456"/>
                  </a:ext>
                </a:extLst>
              </a:tr>
            </a:tbl>
          </a:graphicData>
        </a:graphic>
      </p:graphicFrame>
      <p:graphicFrame>
        <p:nvGraphicFramePr>
          <p:cNvPr id="62" name="表 61">
            <a:extLst>
              <a:ext uri="{FF2B5EF4-FFF2-40B4-BE49-F238E27FC236}">
                <a16:creationId xmlns:a16="http://schemas.microsoft.com/office/drawing/2014/main" id="{876B1DB5-8788-8A10-0686-86A3DE627806}"/>
              </a:ext>
            </a:extLst>
          </p:cNvPr>
          <p:cNvGraphicFramePr>
            <a:graphicFrameLocks noGrp="1"/>
          </p:cNvGraphicFramePr>
          <p:nvPr>
            <p:extLst>
              <p:ext uri="{D42A27DB-BD31-4B8C-83A1-F6EECF244321}">
                <p14:modId xmlns:p14="http://schemas.microsoft.com/office/powerpoint/2010/main" val="357277991"/>
              </p:ext>
            </p:extLst>
          </p:nvPr>
        </p:nvGraphicFramePr>
        <p:xfrm>
          <a:off x="1665998" y="5080860"/>
          <a:ext cx="1020704" cy="815340"/>
        </p:xfrm>
        <a:graphic>
          <a:graphicData uri="http://schemas.openxmlformats.org/drawingml/2006/table">
            <a:tbl>
              <a:tblPr firstRow="1" bandRow="1">
                <a:tableStyleId>{5C22544A-7EE6-4342-B048-85BDC9FD1C3A}</a:tableStyleId>
              </a:tblPr>
              <a:tblGrid>
                <a:gridCol w="510352">
                  <a:extLst>
                    <a:ext uri="{9D8B030D-6E8A-4147-A177-3AD203B41FA5}">
                      <a16:colId xmlns:a16="http://schemas.microsoft.com/office/drawing/2014/main" val="1763835035"/>
                    </a:ext>
                  </a:extLst>
                </a:gridCol>
                <a:gridCol w="510352">
                  <a:extLst>
                    <a:ext uri="{9D8B030D-6E8A-4147-A177-3AD203B41FA5}">
                      <a16:colId xmlns:a16="http://schemas.microsoft.com/office/drawing/2014/main" val="3842013386"/>
                    </a:ext>
                  </a:extLst>
                </a:gridCol>
              </a:tblGrid>
              <a:tr h="247506">
                <a:tc>
                  <a:txBody>
                    <a:bodyPr/>
                    <a:lstStyle/>
                    <a:p>
                      <a:pPr algn="ctr"/>
                      <a:endParaRPr lang="en-US" sz="1100" dirty="0"/>
                    </a:p>
                  </a:txBody>
                  <a:tcPr/>
                </a:tc>
                <a:tc>
                  <a:txBody>
                    <a:bodyPr/>
                    <a:lstStyle/>
                    <a:p>
                      <a:pPr algn="ctr"/>
                      <a:endParaRPr lang="en-US" sz="1100" dirty="0"/>
                    </a:p>
                  </a:txBody>
                  <a:tcPr/>
                </a:tc>
                <a:extLst>
                  <a:ext uri="{0D108BD9-81ED-4DB2-BD59-A6C34878D82A}">
                    <a16:rowId xmlns:a16="http://schemas.microsoft.com/office/drawing/2014/main" val="3225516329"/>
                  </a:ext>
                </a:extLst>
              </a:tr>
              <a:tr h="291183">
                <a:tc>
                  <a:txBody>
                    <a:bodyPr/>
                    <a:lstStyle/>
                    <a:p>
                      <a:pPr algn="ctr"/>
                      <a:endParaRPr lang="en-US" sz="1400" b="1" dirty="0"/>
                    </a:p>
                  </a:txBody>
                  <a:tcPr/>
                </a:tc>
                <a:tc>
                  <a:txBody>
                    <a:bodyPr/>
                    <a:lstStyle/>
                    <a:p>
                      <a:pPr algn="ctr"/>
                      <a:endParaRPr lang="en-US" sz="1400" b="1" dirty="0"/>
                    </a:p>
                  </a:txBody>
                  <a:tcPr/>
                </a:tc>
                <a:extLst>
                  <a:ext uri="{0D108BD9-81ED-4DB2-BD59-A6C34878D82A}">
                    <a16:rowId xmlns:a16="http://schemas.microsoft.com/office/drawing/2014/main" val="2581499292"/>
                  </a:ext>
                </a:extLst>
              </a:tr>
              <a:tr h="241086">
                <a:tc>
                  <a:txBody>
                    <a:bodyPr/>
                    <a:lstStyle/>
                    <a:p>
                      <a:pPr algn="ctr"/>
                      <a:endParaRPr lang="en-US" sz="1000" b="1" dirty="0"/>
                    </a:p>
                  </a:txBody>
                  <a:tcPr/>
                </a:tc>
                <a:tc>
                  <a:txBody>
                    <a:bodyPr/>
                    <a:lstStyle/>
                    <a:p>
                      <a:pPr algn="ctr"/>
                      <a:endParaRPr lang="en-US" sz="1050" b="1" dirty="0"/>
                    </a:p>
                  </a:txBody>
                  <a:tcPr/>
                </a:tc>
                <a:extLst>
                  <a:ext uri="{0D108BD9-81ED-4DB2-BD59-A6C34878D82A}">
                    <a16:rowId xmlns:a16="http://schemas.microsoft.com/office/drawing/2014/main" val="418336456"/>
                  </a:ext>
                </a:extLst>
              </a:tr>
            </a:tbl>
          </a:graphicData>
        </a:graphic>
      </p:graphicFrame>
      <p:graphicFrame>
        <p:nvGraphicFramePr>
          <p:cNvPr id="69" name="表 68">
            <a:extLst>
              <a:ext uri="{FF2B5EF4-FFF2-40B4-BE49-F238E27FC236}">
                <a16:creationId xmlns:a16="http://schemas.microsoft.com/office/drawing/2014/main" id="{627AAA3E-76B9-DBC1-124D-FA41EFD69DC4}"/>
              </a:ext>
            </a:extLst>
          </p:cNvPr>
          <p:cNvGraphicFramePr>
            <a:graphicFrameLocks noGrp="1"/>
          </p:cNvGraphicFramePr>
          <p:nvPr>
            <p:extLst>
              <p:ext uri="{D42A27DB-BD31-4B8C-83A1-F6EECF244321}">
                <p14:modId xmlns:p14="http://schemas.microsoft.com/office/powerpoint/2010/main" val="3007748475"/>
              </p:ext>
            </p:extLst>
          </p:nvPr>
        </p:nvGraphicFramePr>
        <p:xfrm>
          <a:off x="6020348" y="5655859"/>
          <a:ext cx="1020704" cy="815340"/>
        </p:xfrm>
        <a:graphic>
          <a:graphicData uri="http://schemas.openxmlformats.org/drawingml/2006/table">
            <a:tbl>
              <a:tblPr firstRow="1" bandRow="1">
                <a:tableStyleId>{5C22544A-7EE6-4342-B048-85BDC9FD1C3A}</a:tableStyleId>
              </a:tblPr>
              <a:tblGrid>
                <a:gridCol w="510352">
                  <a:extLst>
                    <a:ext uri="{9D8B030D-6E8A-4147-A177-3AD203B41FA5}">
                      <a16:colId xmlns:a16="http://schemas.microsoft.com/office/drawing/2014/main" val="1763835035"/>
                    </a:ext>
                  </a:extLst>
                </a:gridCol>
                <a:gridCol w="510352">
                  <a:extLst>
                    <a:ext uri="{9D8B030D-6E8A-4147-A177-3AD203B41FA5}">
                      <a16:colId xmlns:a16="http://schemas.microsoft.com/office/drawing/2014/main" val="3842013386"/>
                    </a:ext>
                  </a:extLst>
                </a:gridCol>
              </a:tblGrid>
              <a:tr h="247506">
                <a:tc>
                  <a:txBody>
                    <a:bodyPr/>
                    <a:lstStyle/>
                    <a:p>
                      <a:pPr algn="ctr"/>
                      <a:endParaRPr lang="en-US" sz="1100" dirty="0"/>
                    </a:p>
                  </a:txBody>
                  <a:tcPr/>
                </a:tc>
                <a:tc>
                  <a:txBody>
                    <a:bodyPr/>
                    <a:lstStyle/>
                    <a:p>
                      <a:pPr algn="ctr"/>
                      <a:endParaRPr lang="en-US" sz="1100" dirty="0"/>
                    </a:p>
                  </a:txBody>
                  <a:tcPr/>
                </a:tc>
                <a:extLst>
                  <a:ext uri="{0D108BD9-81ED-4DB2-BD59-A6C34878D82A}">
                    <a16:rowId xmlns:a16="http://schemas.microsoft.com/office/drawing/2014/main" val="3225516329"/>
                  </a:ext>
                </a:extLst>
              </a:tr>
              <a:tr h="291183">
                <a:tc>
                  <a:txBody>
                    <a:bodyPr/>
                    <a:lstStyle/>
                    <a:p>
                      <a:pPr algn="ctr"/>
                      <a:endParaRPr lang="en-US" sz="1400" b="1" dirty="0"/>
                    </a:p>
                  </a:txBody>
                  <a:tcPr/>
                </a:tc>
                <a:tc>
                  <a:txBody>
                    <a:bodyPr/>
                    <a:lstStyle/>
                    <a:p>
                      <a:pPr algn="ctr"/>
                      <a:endParaRPr lang="en-US" sz="1400" b="1" dirty="0"/>
                    </a:p>
                  </a:txBody>
                  <a:tcPr/>
                </a:tc>
                <a:extLst>
                  <a:ext uri="{0D108BD9-81ED-4DB2-BD59-A6C34878D82A}">
                    <a16:rowId xmlns:a16="http://schemas.microsoft.com/office/drawing/2014/main" val="2581499292"/>
                  </a:ext>
                </a:extLst>
              </a:tr>
              <a:tr h="241086">
                <a:tc>
                  <a:txBody>
                    <a:bodyPr/>
                    <a:lstStyle/>
                    <a:p>
                      <a:pPr algn="ctr"/>
                      <a:endParaRPr lang="en-US" sz="1000" b="1" dirty="0"/>
                    </a:p>
                  </a:txBody>
                  <a:tcPr/>
                </a:tc>
                <a:tc>
                  <a:txBody>
                    <a:bodyPr/>
                    <a:lstStyle/>
                    <a:p>
                      <a:pPr algn="ctr"/>
                      <a:endParaRPr lang="en-US" sz="1050" b="1" dirty="0"/>
                    </a:p>
                  </a:txBody>
                  <a:tcPr/>
                </a:tc>
                <a:extLst>
                  <a:ext uri="{0D108BD9-81ED-4DB2-BD59-A6C34878D82A}">
                    <a16:rowId xmlns:a16="http://schemas.microsoft.com/office/drawing/2014/main" val="418336456"/>
                  </a:ext>
                </a:extLst>
              </a:tr>
            </a:tbl>
          </a:graphicData>
        </a:graphic>
      </p:graphicFrame>
      <p:graphicFrame>
        <p:nvGraphicFramePr>
          <p:cNvPr id="70" name="表 69">
            <a:extLst>
              <a:ext uri="{FF2B5EF4-FFF2-40B4-BE49-F238E27FC236}">
                <a16:creationId xmlns:a16="http://schemas.microsoft.com/office/drawing/2014/main" id="{56D81D09-3319-1877-83CE-0D019BBDB496}"/>
              </a:ext>
            </a:extLst>
          </p:cNvPr>
          <p:cNvGraphicFramePr>
            <a:graphicFrameLocks noGrp="1"/>
          </p:cNvGraphicFramePr>
          <p:nvPr>
            <p:extLst>
              <p:ext uri="{D42A27DB-BD31-4B8C-83A1-F6EECF244321}">
                <p14:modId xmlns:p14="http://schemas.microsoft.com/office/powerpoint/2010/main" val="1219583224"/>
              </p:ext>
            </p:extLst>
          </p:nvPr>
        </p:nvGraphicFramePr>
        <p:xfrm>
          <a:off x="6024933" y="5111017"/>
          <a:ext cx="1020704" cy="815340"/>
        </p:xfrm>
        <a:graphic>
          <a:graphicData uri="http://schemas.openxmlformats.org/drawingml/2006/table">
            <a:tbl>
              <a:tblPr firstRow="1" bandRow="1">
                <a:tableStyleId>{5C22544A-7EE6-4342-B048-85BDC9FD1C3A}</a:tableStyleId>
              </a:tblPr>
              <a:tblGrid>
                <a:gridCol w="510352">
                  <a:extLst>
                    <a:ext uri="{9D8B030D-6E8A-4147-A177-3AD203B41FA5}">
                      <a16:colId xmlns:a16="http://schemas.microsoft.com/office/drawing/2014/main" val="1763835035"/>
                    </a:ext>
                  </a:extLst>
                </a:gridCol>
                <a:gridCol w="510352">
                  <a:extLst>
                    <a:ext uri="{9D8B030D-6E8A-4147-A177-3AD203B41FA5}">
                      <a16:colId xmlns:a16="http://schemas.microsoft.com/office/drawing/2014/main" val="3842013386"/>
                    </a:ext>
                  </a:extLst>
                </a:gridCol>
              </a:tblGrid>
              <a:tr h="247506">
                <a:tc>
                  <a:txBody>
                    <a:bodyPr/>
                    <a:lstStyle/>
                    <a:p>
                      <a:pPr algn="ctr"/>
                      <a:endParaRPr lang="en-US" sz="1100" dirty="0"/>
                    </a:p>
                  </a:txBody>
                  <a:tcPr/>
                </a:tc>
                <a:tc>
                  <a:txBody>
                    <a:bodyPr/>
                    <a:lstStyle/>
                    <a:p>
                      <a:pPr algn="ctr"/>
                      <a:endParaRPr lang="en-US" sz="1100" dirty="0"/>
                    </a:p>
                  </a:txBody>
                  <a:tcPr/>
                </a:tc>
                <a:extLst>
                  <a:ext uri="{0D108BD9-81ED-4DB2-BD59-A6C34878D82A}">
                    <a16:rowId xmlns:a16="http://schemas.microsoft.com/office/drawing/2014/main" val="3225516329"/>
                  </a:ext>
                </a:extLst>
              </a:tr>
              <a:tr h="291183">
                <a:tc>
                  <a:txBody>
                    <a:bodyPr/>
                    <a:lstStyle/>
                    <a:p>
                      <a:pPr algn="ctr"/>
                      <a:endParaRPr lang="en-US" sz="1400" b="1" dirty="0"/>
                    </a:p>
                  </a:txBody>
                  <a:tcPr/>
                </a:tc>
                <a:tc>
                  <a:txBody>
                    <a:bodyPr/>
                    <a:lstStyle/>
                    <a:p>
                      <a:pPr algn="ctr"/>
                      <a:endParaRPr lang="en-US" sz="1400" b="1" dirty="0"/>
                    </a:p>
                  </a:txBody>
                  <a:tcPr/>
                </a:tc>
                <a:extLst>
                  <a:ext uri="{0D108BD9-81ED-4DB2-BD59-A6C34878D82A}">
                    <a16:rowId xmlns:a16="http://schemas.microsoft.com/office/drawing/2014/main" val="2581499292"/>
                  </a:ext>
                </a:extLst>
              </a:tr>
              <a:tr h="241086">
                <a:tc>
                  <a:txBody>
                    <a:bodyPr/>
                    <a:lstStyle/>
                    <a:p>
                      <a:pPr algn="ctr"/>
                      <a:endParaRPr lang="en-US" sz="1000" b="1" dirty="0"/>
                    </a:p>
                  </a:txBody>
                  <a:tcPr/>
                </a:tc>
                <a:tc>
                  <a:txBody>
                    <a:bodyPr/>
                    <a:lstStyle/>
                    <a:p>
                      <a:pPr algn="ctr"/>
                      <a:endParaRPr lang="en-US" sz="1050" b="1" dirty="0"/>
                    </a:p>
                  </a:txBody>
                  <a:tcPr/>
                </a:tc>
                <a:extLst>
                  <a:ext uri="{0D108BD9-81ED-4DB2-BD59-A6C34878D82A}">
                    <a16:rowId xmlns:a16="http://schemas.microsoft.com/office/drawing/2014/main" val="418336456"/>
                  </a:ext>
                </a:extLst>
              </a:tr>
            </a:tbl>
          </a:graphicData>
        </a:graphic>
      </p:graphicFrame>
      <p:cxnSp>
        <p:nvCxnSpPr>
          <p:cNvPr id="86" name="直線矢印コネクタ 85">
            <a:extLst>
              <a:ext uri="{FF2B5EF4-FFF2-40B4-BE49-F238E27FC236}">
                <a16:creationId xmlns:a16="http://schemas.microsoft.com/office/drawing/2014/main" id="{F2348580-0A12-02E3-C9C6-17BFF60784CA}"/>
              </a:ext>
            </a:extLst>
          </p:cNvPr>
          <p:cNvCxnSpPr>
            <a:cxnSpLocks/>
            <a:stCxn id="84" idx="3"/>
          </p:cNvCxnSpPr>
          <p:nvPr/>
        </p:nvCxnSpPr>
        <p:spPr>
          <a:xfrm>
            <a:off x="5799090" y="3329126"/>
            <a:ext cx="773565" cy="4864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9" name="直線矢印コネクタ 88">
            <a:extLst>
              <a:ext uri="{FF2B5EF4-FFF2-40B4-BE49-F238E27FC236}">
                <a16:creationId xmlns:a16="http://schemas.microsoft.com/office/drawing/2014/main" id="{4F54C785-392D-F3BB-2747-B188EB332E1E}"/>
              </a:ext>
            </a:extLst>
          </p:cNvPr>
          <p:cNvCxnSpPr>
            <a:cxnSpLocks/>
          </p:cNvCxnSpPr>
          <p:nvPr/>
        </p:nvCxnSpPr>
        <p:spPr>
          <a:xfrm>
            <a:off x="5811275" y="3325538"/>
            <a:ext cx="2131813" cy="30216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7" name="グループ化 6">
            <a:extLst>
              <a:ext uri="{FF2B5EF4-FFF2-40B4-BE49-F238E27FC236}">
                <a16:creationId xmlns:a16="http://schemas.microsoft.com/office/drawing/2014/main" id="{F0E863FE-7C77-B758-16AB-E07B090E1B11}"/>
              </a:ext>
            </a:extLst>
          </p:cNvPr>
          <p:cNvGrpSpPr/>
          <p:nvPr/>
        </p:nvGrpSpPr>
        <p:grpSpPr>
          <a:xfrm>
            <a:off x="2396352" y="3230612"/>
            <a:ext cx="1722333" cy="2916914"/>
            <a:chOff x="2396352" y="3230612"/>
            <a:chExt cx="1722333" cy="2916914"/>
          </a:xfrm>
        </p:grpSpPr>
        <p:sp>
          <p:nvSpPr>
            <p:cNvPr id="3" name="矢印: 上下 2">
              <a:extLst>
                <a:ext uri="{FF2B5EF4-FFF2-40B4-BE49-F238E27FC236}">
                  <a16:creationId xmlns:a16="http://schemas.microsoft.com/office/drawing/2014/main" id="{BDAE6C38-2D8D-EE01-4EDC-0A2F3BE36D19}"/>
                </a:ext>
              </a:extLst>
            </p:cNvPr>
            <p:cNvSpPr/>
            <p:nvPr/>
          </p:nvSpPr>
          <p:spPr>
            <a:xfrm rot="19963909">
              <a:off x="2396352" y="3798138"/>
              <a:ext cx="650579" cy="2006440"/>
            </a:xfrm>
            <a:prstGeom prst="upDownArrow">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矢印: 上下 4">
              <a:extLst>
                <a:ext uri="{FF2B5EF4-FFF2-40B4-BE49-F238E27FC236}">
                  <a16:creationId xmlns:a16="http://schemas.microsoft.com/office/drawing/2014/main" id="{60CB1F91-E10A-3638-8D0D-7E628977FFE6}"/>
                </a:ext>
              </a:extLst>
            </p:cNvPr>
            <p:cNvSpPr/>
            <p:nvPr/>
          </p:nvSpPr>
          <p:spPr>
            <a:xfrm rot="19030129">
              <a:off x="3468106" y="3230612"/>
              <a:ext cx="650579" cy="2916914"/>
            </a:xfrm>
            <a:prstGeom prst="upDown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87553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xit" presetSubtype="0" fill="hold" nodeType="afterEffect">
                                  <p:stCondLst>
                                    <p:cond delay="0"/>
                                  </p:stCondLst>
                                  <p:childTnLst>
                                    <p:animEffect transition="out" filter="fade">
                                      <p:cBhvr>
                                        <p:cTn id="14" dur="500"/>
                                        <p:tgtEl>
                                          <p:spTgt spid="7"/>
                                        </p:tgtEl>
                                      </p:cBhvr>
                                    </p:animEffect>
                                    <p:set>
                                      <p:cBhvr>
                                        <p:cTn id="15" dur="1" fill="hold">
                                          <p:stCondLst>
                                            <p:cond delay="499"/>
                                          </p:stCondLst>
                                        </p:cTn>
                                        <p:tgtEl>
                                          <p:spTgt spid="7"/>
                                        </p:tgtEl>
                                        <p:attrNameLst>
                                          <p:attrName>style.visibility</p:attrName>
                                        </p:attrNameLst>
                                      </p:cBhvr>
                                      <p:to>
                                        <p:strVal val="hidden"/>
                                      </p:to>
                                    </p:se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500"/>
                                        <p:tgtEl>
                                          <p:spTgt spid="40"/>
                                        </p:tgtEl>
                                      </p:cBhvr>
                                    </p:animEffect>
                                  </p:childTnLst>
                                </p:cTn>
                              </p:par>
                              <p:par>
                                <p:cTn id="20" presetID="10" presetClass="entr" presetSubtype="0" fill="hold" nodeType="with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fade">
                                      <p:cBhvr>
                                        <p:cTn id="22" dur="500"/>
                                        <p:tgtEl>
                                          <p:spTgt spid="44"/>
                                        </p:tgtEl>
                                      </p:cBhvr>
                                    </p:animEffect>
                                  </p:childTnLst>
                                </p:cTn>
                              </p:par>
                              <p:par>
                                <p:cTn id="23" presetID="10" presetClass="entr" presetSubtype="0" fill="hold" nodeType="with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500"/>
                                        <p:tgtEl>
                                          <p:spTgt spid="43"/>
                                        </p:tgtEl>
                                      </p:cBhvr>
                                    </p:animEffect>
                                  </p:childTnLst>
                                </p:cTn>
                              </p:par>
                              <p:par>
                                <p:cTn id="26" presetID="10" presetClass="entr" presetSubtype="0" fill="hold" nodeType="with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500"/>
                                        <p:tgtEl>
                                          <p:spTgt spid="4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nodeType="clickEffect">
                                  <p:stCondLst>
                                    <p:cond delay="0"/>
                                  </p:stCondLst>
                                  <p:childTnLst>
                                    <p:animEffect transition="out" filter="fade">
                                      <p:cBhvr>
                                        <p:cTn id="32" dur="500"/>
                                        <p:tgtEl>
                                          <p:spTgt spid="40"/>
                                        </p:tgtEl>
                                      </p:cBhvr>
                                    </p:animEffect>
                                    <p:set>
                                      <p:cBhvr>
                                        <p:cTn id="33" dur="1" fill="hold">
                                          <p:stCondLst>
                                            <p:cond delay="499"/>
                                          </p:stCondLst>
                                        </p:cTn>
                                        <p:tgtEl>
                                          <p:spTgt spid="40"/>
                                        </p:tgtEl>
                                        <p:attrNameLst>
                                          <p:attrName>style.visibility</p:attrName>
                                        </p:attrNameLst>
                                      </p:cBhvr>
                                      <p:to>
                                        <p:strVal val="hidden"/>
                                      </p:to>
                                    </p:set>
                                  </p:childTnLst>
                                </p:cTn>
                              </p:par>
                              <p:par>
                                <p:cTn id="34" presetID="10" presetClass="exit" presetSubtype="0" fill="hold" nodeType="withEffect">
                                  <p:stCondLst>
                                    <p:cond delay="0"/>
                                  </p:stCondLst>
                                  <p:childTnLst>
                                    <p:animEffect transition="out" filter="fade">
                                      <p:cBhvr>
                                        <p:cTn id="35" dur="500"/>
                                        <p:tgtEl>
                                          <p:spTgt spid="44"/>
                                        </p:tgtEl>
                                      </p:cBhvr>
                                    </p:animEffect>
                                    <p:set>
                                      <p:cBhvr>
                                        <p:cTn id="36" dur="1" fill="hold">
                                          <p:stCondLst>
                                            <p:cond delay="499"/>
                                          </p:stCondLst>
                                        </p:cTn>
                                        <p:tgtEl>
                                          <p:spTgt spid="44"/>
                                        </p:tgtEl>
                                        <p:attrNameLst>
                                          <p:attrName>style.visibility</p:attrName>
                                        </p:attrNameLst>
                                      </p:cBhvr>
                                      <p:to>
                                        <p:strVal val="hidden"/>
                                      </p:to>
                                    </p:set>
                                  </p:childTnLst>
                                </p:cTn>
                              </p:par>
                              <p:par>
                                <p:cTn id="37" presetID="10" presetClass="exit" presetSubtype="0" fill="hold" nodeType="withEffect">
                                  <p:stCondLst>
                                    <p:cond delay="0"/>
                                  </p:stCondLst>
                                  <p:childTnLst>
                                    <p:animEffect transition="out" filter="fade">
                                      <p:cBhvr>
                                        <p:cTn id="38" dur="500"/>
                                        <p:tgtEl>
                                          <p:spTgt spid="43"/>
                                        </p:tgtEl>
                                      </p:cBhvr>
                                    </p:animEffect>
                                    <p:set>
                                      <p:cBhvr>
                                        <p:cTn id="39" dur="1" fill="hold">
                                          <p:stCondLst>
                                            <p:cond delay="499"/>
                                          </p:stCondLst>
                                        </p:cTn>
                                        <p:tgtEl>
                                          <p:spTgt spid="43"/>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500"/>
                                        <p:tgtEl>
                                          <p:spTgt spid="46"/>
                                        </p:tgtEl>
                                      </p:cBhvr>
                                    </p:animEffect>
                                    <p:set>
                                      <p:cBhvr>
                                        <p:cTn id="42" dur="1" fill="hold">
                                          <p:stCondLst>
                                            <p:cond delay="499"/>
                                          </p:stCondLst>
                                        </p:cTn>
                                        <p:tgtEl>
                                          <p:spTgt spid="46"/>
                                        </p:tgtEl>
                                        <p:attrNameLst>
                                          <p:attrName>style.visibility</p:attrName>
                                        </p:attrNameLst>
                                      </p:cBhvr>
                                      <p:to>
                                        <p:strVal val="hidden"/>
                                      </p:to>
                                    </p:se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00"/>
                                        <p:tgtEl>
                                          <p:spTgt spid="29"/>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fade">
                                      <p:cBhvr>
                                        <p:cTn id="50" dur="500"/>
                                        <p:tgtEl>
                                          <p:spTgt spid="7"/>
                                        </p:tgtEl>
                                      </p:cBhvr>
                                    </p:animEffect>
                                  </p:childTnLst>
                                </p:cTn>
                              </p:par>
                            </p:childTnLst>
                          </p:cTn>
                        </p:par>
                        <p:par>
                          <p:cTn id="51" fill="hold">
                            <p:stCondLst>
                              <p:cond delay="1500"/>
                            </p:stCondLst>
                            <p:childTnLst>
                              <p:par>
                                <p:cTn id="52" presetID="10" presetClass="exit" presetSubtype="0" fill="hold" nodeType="afterEffect">
                                  <p:stCondLst>
                                    <p:cond delay="0"/>
                                  </p:stCondLst>
                                  <p:childTnLst>
                                    <p:animEffect transition="out" filter="fade">
                                      <p:cBhvr>
                                        <p:cTn id="53" dur="500"/>
                                        <p:tgtEl>
                                          <p:spTgt spid="7"/>
                                        </p:tgtEl>
                                      </p:cBhvr>
                                    </p:animEffect>
                                    <p:set>
                                      <p:cBhvr>
                                        <p:cTn id="54" dur="1" fill="hold">
                                          <p:stCondLst>
                                            <p:cond delay="499"/>
                                          </p:stCondLst>
                                        </p:cTn>
                                        <p:tgtEl>
                                          <p:spTgt spid="7"/>
                                        </p:tgtEl>
                                        <p:attrNameLst>
                                          <p:attrName>style.visibility</p:attrName>
                                        </p:attrNameLst>
                                      </p:cBhvr>
                                      <p:to>
                                        <p:strVal val="hidden"/>
                                      </p:to>
                                    </p:set>
                                  </p:childTnLst>
                                </p:cTn>
                              </p:par>
                            </p:childTnLst>
                          </p:cTn>
                        </p:par>
                        <p:par>
                          <p:cTn id="55" fill="hold">
                            <p:stCondLst>
                              <p:cond delay="2000"/>
                            </p:stCondLst>
                            <p:childTnLst>
                              <p:par>
                                <p:cTn id="56" presetID="1" presetClass="entr" presetSubtype="0" fill="hold" nodeType="afterEffect">
                                  <p:stCondLst>
                                    <p:cond delay="0"/>
                                  </p:stCondLst>
                                  <p:childTnLst>
                                    <p:set>
                                      <p:cBhvr>
                                        <p:cTn id="57" dur="1" fill="hold">
                                          <p:stCondLst>
                                            <p:cond delay="0"/>
                                          </p:stCondLst>
                                        </p:cTn>
                                        <p:tgtEl>
                                          <p:spTgt spid="62"/>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70"/>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68"/>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69"/>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61"/>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66"/>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64"/>
                                        </p:tgtEl>
                                        <p:attrNameLst>
                                          <p:attrName>style.visibility</p:attrName>
                                        </p:attrNameLst>
                                      </p:cBhvr>
                                      <p:to>
                                        <p:strVal val="visible"/>
                                      </p:to>
                                    </p:set>
                                    <p:animEffect transition="in" filter="fade">
                                      <p:cBhvr>
                                        <p:cTn id="72" dur="500"/>
                                        <p:tgtEl>
                                          <p:spTgt spid="6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65"/>
                                        </p:tgtEl>
                                        <p:attrNameLst>
                                          <p:attrName>style.visibility</p:attrName>
                                        </p:attrNameLst>
                                      </p:cBhvr>
                                      <p:to>
                                        <p:strVal val="visible"/>
                                      </p:to>
                                    </p:set>
                                    <p:animEffect transition="in" filter="fade">
                                      <p:cBhvr>
                                        <p:cTn id="75" dur="500"/>
                                        <p:tgtEl>
                                          <p:spTgt spid="6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97"/>
                                        </p:tgtEl>
                                        <p:attrNameLst>
                                          <p:attrName>style.visibility</p:attrName>
                                        </p:attrNameLst>
                                      </p:cBhvr>
                                      <p:to>
                                        <p:strVal val="visible"/>
                                      </p:to>
                                    </p:set>
                                    <p:animEffect transition="in" filter="fade">
                                      <p:cBhvr>
                                        <p:cTn id="78" dur="500"/>
                                        <p:tgtEl>
                                          <p:spTgt spid="9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98"/>
                                        </p:tgtEl>
                                        <p:attrNameLst>
                                          <p:attrName>style.visibility</p:attrName>
                                        </p:attrNameLst>
                                      </p:cBhvr>
                                      <p:to>
                                        <p:strVal val="visible"/>
                                      </p:to>
                                    </p:set>
                                    <p:animEffect transition="in" filter="fade">
                                      <p:cBhvr>
                                        <p:cTn id="81" dur="500"/>
                                        <p:tgtEl>
                                          <p:spTgt spid="98"/>
                                        </p:tgtEl>
                                      </p:cBhvr>
                                    </p:animEffect>
                                  </p:childTnLst>
                                </p:cTn>
                              </p:par>
                              <p:par>
                                <p:cTn id="82" presetID="42" presetClass="path" presetSubtype="0" accel="50000" decel="50000" fill="hold" nodeType="withEffect">
                                  <p:stCondLst>
                                    <p:cond delay="0"/>
                                  </p:stCondLst>
                                  <p:childTnLst>
                                    <p:animMotion origin="layout" path="M 0 3.7037E-7 L 0.50382 -0.38912 " pathEditMode="relative" rAng="0" ptsTypes="AA">
                                      <p:cBhvr>
                                        <p:cTn id="83" dur="1000" fill="hold"/>
                                        <p:tgtEl>
                                          <p:spTgt spid="68"/>
                                        </p:tgtEl>
                                        <p:attrNameLst>
                                          <p:attrName>ppt_x</p:attrName>
                                          <p:attrName>ppt_y</p:attrName>
                                        </p:attrNameLst>
                                      </p:cBhvr>
                                      <p:rCtr x="25191" y="-19468"/>
                                    </p:animMotion>
                                  </p:childTnLst>
                                </p:cTn>
                              </p:par>
                              <p:par>
                                <p:cTn id="84" presetID="42" presetClass="path" presetSubtype="0" accel="50000" decel="50000" fill="hold" nodeType="withEffect">
                                  <p:stCondLst>
                                    <p:cond delay="0"/>
                                  </p:stCondLst>
                                  <p:childTnLst>
                                    <p:animMotion origin="layout" path="M -3.33333E-6 3.7037E-7 L 0.175 -0.31204 " pathEditMode="relative" rAng="0" ptsTypes="AA">
                                      <p:cBhvr>
                                        <p:cTn id="85" dur="1000" fill="hold"/>
                                        <p:tgtEl>
                                          <p:spTgt spid="70"/>
                                        </p:tgtEl>
                                        <p:attrNameLst>
                                          <p:attrName>ppt_x</p:attrName>
                                          <p:attrName>ppt_y</p:attrName>
                                        </p:attrNameLst>
                                      </p:cBhvr>
                                      <p:rCtr x="8750" y="-15602"/>
                                    </p:animMotion>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71"/>
                                        </p:tgtEl>
                                        <p:attrNameLst>
                                          <p:attrName>style.visibility</p:attrName>
                                        </p:attrNameLst>
                                      </p:cBhvr>
                                      <p:to>
                                        <p:strVal val="visible"/>
                                      </p:to>
                                    </p:set>
                                    <p:animEffect transition="in" filter="fade">
                                      <p:cBhvr>
                                        <p:cTn id="90" dur="500"/>
                                        <p:tgtEl>
                                          <p:spTgt spid="7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74"/>
                                        </p:tgtEl>
                                        <p:attrNameLst>
                                          <p:attrName>style.visibility</p:attrName>
                                        </p:attrNameLst>
                                      </p:cBhvr>
                                      <p:to>
                                        <p:strVal val="visible"/>
                                      </p:to>
                                    </p:set>
                                    <p:animEffect transition="in" filter="fade">
                                      <p:cBhvr>
                                        <p:cTn id="93" dur="500"/>
                                        <p:tgtEl>
                                          <p:spTgt spid="7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72"/>
                                        </p:tgtEl>
                                        <p:attrNameLst>
                                          <p:attrName>style.visibility</p:attrName>
                                        </p:attrNameLst>
                                      </p:cBhvr>
                                      <p:to>
                                        <p:strVal val="visible"/>
                                      </p:to>
                                    </p:set>
                                    <p:animEffect transition="in" filter="fade">
                                      <p:cBhvr>
                                        <p:cTn id="96" dur="500"/>
                                        <p:tgtEl>
                                          <p:spTgt spid="72"/>
                                        </p:tgtEl>
                                      </p:cBhvr>
                                    </p:animEffect>
                                  </p:childTnLst>
                                </p:cTn>
                              </p:par>
                            </p:childTnLst>
                          </p:cTn>
                        </p:par>
                        <p:par>
                          <p:cTn id="97" fill="hold">
                            <p:stCondLst>
                              <p:cond delay="500"/>
                            </p:stCondLst>
                            <p:childTnLst>
                              <p:par>
                                <p:cTn id="98" presetID="42" presetClass="path" presetSubtype="0" accel="50000" decel="50000" fill="hold" grpId="1" nodeType="afterEffect">
                                  <p:stCondLst>
                                    <p:cond delay="0"/>
                                  </p:stCondLst>
                                  <p:childTnLst>
                                    <p:animMotion origin="layout" path="M 2.77778E-7 3.33333E-6 L -0.02448 -0.30047 " pathEditMode="relative" rAng="0" ptsTypes="AA">
                                      <p:cBhvr>
                                        <p:cTn id="99" dur="1000" fill="hold"/>
                                        <p:tgtEl>
                                          <p:spTgt spid="74"/>
                                        </p:tgtEl>
                                        <p:attrNameLst>
                                          <p:attrName>ppt_x</p:attrName>
                                          <p:attrName>ppt_y</p:attrName>
                                        </p:attrNameLst>
                                      </p:cBhvr>
                                      <p:rCtr x="-1233" y="-15023"/>
                                    </p:animMotion>
                                  </p:childTnLst>
                                </p:cTn>
                              </p:par>
                              <p:par>
                                <p:cTn id="100" presetID="42" presetClass="path" presetSubtype="0" accel="50000" decel="50000" fill="hold" grpId="1" nodeType="withEffect">
                                  <p:stCondLst>
                                    <p:cond delay="0"/>
                                  </p:stCondLst>
                                  <p:childTnLst>
                                    <p:animMotion origin="layout" path="M 3.05556E-6 -4.07407E-6 L -0.03872 -0.32013 " pathEditMode="relative" rAng="0" ptsTypes="AA">
                                      <p:cBhvr>
                                        <p:cTn id="101" dur="1000" fill="hold"/>
                                        <p:tgtEl>
                                          <p:spTgt spid="72"/>
                                        </p:tgtEl>
                                        <p:attrNameLst>
                                          <p:attrName>ppt_x</p:attrName>
                                          <p:attrName>ppt_y</p:attrName>
                                        </p:attrNameLst>
                                      </p:cBhvr>
                                      <p:rCtr x="-1944" y="-16019"/>
                                    </p:animMotion>
                                  </p:childTnLst>
                                </p:cTn>
                              </p:par>
                            </p:childTnLst>
                          </p:cTn>
                        </p:par>
                      </p:childTnLst>
                    </p:cTn>
                  </p:par>
                  <p:par>
                    <p:cTn id="102" fill="hold">
                      <p:stCondLst>
                        <p:cond delay="indefinite"/>
                      </p:stCondLst>
                      <p:childTnLst>
                        <p:par>
                          <p:cTn id="103" fill="hold">
                            <p:stCondLst>
                              <p:cond delay="0"/>
                            </p:stCondLst>
                            <p:childTnLst>
                              <p:par>
                                <p:cTn id="104" presetID="10" presetClass="exit" presetSubtype="0" fill="hold" grpId="1" nodeType="clickEffect">
                                  <p:stCondLst>
                                    <p:cond delay="0"/>
                                  </p:stCondLst>
                                  <p:childTnLst>
                                    <p:animEffect transition="out" filter="fade">
                                      <p:cBhvr>
                                        <p:cTn id="105" dur="500"/>
                                        <p:tgtEl>
                                          <p:spTgt spid="71"/>
                                        </p:tgtEl>
                                      </p:cBhvr>
                                    </p:animEffect>
                                    <p:set>
                                      <p:cBhvr>
                                        <p:cTn id="106" dur="1" fill="hold">
                                          <p:stCondLst>
                                            <p:cond delay="499"/>
                                          </p:stCondLst>
                                        </p:cTn>
                                        <p:tgtEl>
                                          <p:spTgt spid="71"/>
                                        </p:tgtEl>
                                        <p:attrNameLst>
                                          <p:attrName>style.visibility</p:attrName>
                                        </p:attrNameLst>
                                      </p:cBhvr>
                                      <p:to>
                                        <p:strVal val="hidden"/>
                                      </p:to>
                                    </p:set>
                                  </p:childTnLst>
                                </p:cTn>
                              </p:par>
                            </p:childTnLst>
                          </p:cTn>
                        </p:par>
                        <p:par>
                          <p:cTn id="107" fill="hold">
                            <p:stCondLst>
                              <p:cond delay="500"/>
                            </p:stCondLst>
                            <p:childTnLst>
                              <p:par>
                                <p:cTn id="108" presetID="10" presetClass="entr" presetSubtype="0" fill="hold" grpId="0" nodeType="after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fade">
                                      <p:cBhvr>
                                        <p:cTn id="110" dur="500"/>
                                        <p:tgtEl>
                                          <p:spTgt spid="52"/>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76"/>
                                        </p:tgtEl>
                                        <p:attrNameLst>
                                          <p:attrName>style.visibility</p:attrName>
                                        </p:attrNameLst>
                                      </p:cBhvr>
                                      <p:to>
                                        <p:strVal val="visible"/>
                                      </p:to>
                                    </p:set>
                                    <p:animEffect transition="in" filter="fade">
                                      <p:cBhvr>
                                        <p:cTn id="115" dur="500"/>
                                        <p:tgtEl>
                                          <p:spTgt spid="76"/>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84"/>
                                        </p:tgtEl>
                                        <p:attrNameLst>
                                          <p:attrName>style.visibility</p:attrName>
                                        </p:attrNameLst>
                                      </p:cBhvr>
                                      <p:to>
                                        <p:strVal val="visible"/>
                                      </p:to>
                                    </p:set>
                                    <p:animEffect transition="in" filter="fade">
                                      <p:cBhvr>
                                        <p:cTn id="120" dur="500"/>
                                        <p:tgtEl>
                                          <p:spTgt spid="84"/>
                                        </p:tgtEl>
                                      </p:cBhvr>
                                    </p:animEffect>
                                  </p:childTnLst>
                                </p:cTn>
                              </p:par>
                            </p:childTnLst>
                          </p:cTn>
                        </p:par>
                        <p:par>
                          <p:cTn id="121" fill="hold">
                            <p:stCondLst>
                              <p:cond delay="500"/>
                            </p:stCondLst>
                            <p:childTnLst>
                              <p:par>
                                <p:cTn id="122" presetID="10" presetClass="entr" presetSubtype="0" fill="hold" nodeType="afterEffect">
                                  <p:stCondLst>
                                    <p:cond delay="0"/>
                                  </p:stCondLst>
                                  <p:childTnLst>
                                    <p:set>
                                      <p:cBhvr>
                                        <p:cTn id="123" dur="1" fill="hold">
                                          <p:stCondLst>
                                            <p:cond delay="0"/>
                                          </p:stCondLst>
                                        </p:cTn>
                                        <p:tgtEl>
                                          <p:spTgt spid="86"/>
                                        </p:tgtEl>
                                        <p:attrNameLst>
                                          <p:attrName>style.visibility</p:attrName>
                                        </p:attrNameLst>
                                      </p:cBhvr>
                                      <p:to>
                                        <p:strVal val="visible"/>
                                      </p:to>
                                    </p:set>
                                    <p:animEffect transition="in" filter="fade">
                                      <p:cBhvr>
                                        <p:cTn id="124" dur="500"/>
                                        <p:tgtEl>
                                          <p:spTgt spid="86"/>
                                        </p:tgtEl>
                                      </p:cBhvr>
                                    </p:animEffect>
                                  </p:childTnLst>
                                </p:cTn>
                              </p:par>
                            </p:childTnLst>
                          </p:cTn>
                        </p:par>
                        <p:par>
                          <p:cTn id="125" fill="hold">
                            <p:stCondLst>
                              <p:cond delay="1000"/>
                            </p:stCondLst>
                            <p:childTnLst>
                              <p:par>
                                <p:cTn id="126" presetID="10" presetClass="exit" presetSubtype="0" fill="hold" nodeType="afterEffect">
                                  <p:stCondLst>
                                    <p:cond delay="0"/>
                                  </p:stCondLst>
                                  <p:childTnLst>
                                    <p:animEffect transition="out" filter="fade">
                                      <p:cBhvr>
                                        <p:cTn id="127" dur="500"/>
                                        <p:tgtEl>
                                          <p:spTgt spid="86"/>
                                        </p:tgtEl>
                                      </p:cBhvr>
                                    </p:animEffect>
                                    <p:set>
                                      <p:cBhvr>
                                        <p:cTn id="128" dur="1" fill="hold">
                                          <p:stCondLst>
                                            <p:cond delay="499"/>
                                          </p:stCondLst>
                                        </p:cTn>
                                        <p:tgtEl>
                                          <p:spTgt spid="86"/>
                                        </p:tgtEl>
                                        <p:attrNameLst>
                                          <p:attrName>style.visibility</p:attrName>
                                        </p:attrNameLst>
                                      </p:cBhvr>
                                      <p:to>
                                        <p:strVal val="hidden"/>
                                      </p:to>
                                    </p:set>
                                  </p:childTnLst>
                                </p:cTn>
                              </p:par>
                            </p:childTnLst>
                          </p:cTn>
                        </p:par>
                        <p:par>
                          <p:cTn id="129" fill="hold">
                            <p:stCondLst>
                              <p:cond delay="1500"/>
                            </p:stCondLst>
                            <p:childTnLst>
                              <p:par>
                                <p:cTn id="130" presetID="10" presetClass="entr" presetSubtype="0" fill="hold" nodeType="afterEffect">
                                  <p:stCondLst>
                                    <p:cond delay="0"/>
                                  </p:stCondLst>
                                  <p:childTnLst>
                                    <p:set>
                                      <p:cBhvr>
                                        <p:cTn id="131" dur="1" fill="hold">
                                          <p:stCondLst>
                                            <p:cond delay="0"/>
                                          </p:stCondLst>
                                        </p:cTn>
                                        <p:tgtEl>
                                          <p:spTgt spid="89"/>
                                        </p:tgtEl>
                                        <p:attrNameLst>
                                          <p:attrName>style.visibility</p:attrName>
                                        </p:attrNameLst>
                                      </p:cBhvr>
                                      <p:to>
                                        <p:strVal val="visible"/>
                                      </p:to>
                                    </p:set>
                                    <p:animEffect transition="in" filter="fade">
                                      <p:cBhvr>
                                        <p:cTn id="132" dur="500"/>
                                        <p:tgtEl>
                                          <p:spTgt spid="89"/>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85"/>
                                        </p:tgtEl>
                                        <p:attrNameLst>
                                          <p:attrName>style.visibility</p:attrName>
                                        </p:attrNameLst>
                                      </p:cBhvr>
                                      <p:to>
                                        <p:strVal val="visible"/>
                                      </p:to>
                                    </p:set>
                                    <p:animEffect transition="in" filter="fade">
                                      <p:cBhvr>
                                        <p:cTn id="137" dur="500"/>
                                        <p:tgtEl>
                                          <p:spTgt spid="85"/>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83"/>
                                        </p:tgtEl>
                                        <p:attrNameLst>
                                          <p:attrName>style.visibility</p:attrName>
                                        </p:attrNameLst>
                                      </p:cBhvr>
                                      <p:to>
                                        <p:strVal val="visible"/>
                                      </p:to>
                                    </p:set>
                                    <p:animEffect transition="in" filter="fade">
                                      <p:cBhvr>
                                        <p:cTn id="140" dur="500"/>
                                        <p:tgtEl>
                                          <p:spTgt spid="83"/>
                                        </p:tgtEl>
                                      </p:cBhvr>
                                    </p:animEffect>
                                  </p:childTnLst>
                                </p:cTn>
                              </p:par>
                            </p:childTnLst>
                          </p:cTn>
                        </p:par>
                        <p:par>
                          <p:cTn id="141" fill="hold">
                            <p:stCondLst>
                              <p:cond delay="500"/>
                            </p:stCondLst>
                            <p:childTnLst>
                              <p:par>
                                <p:cTn id="142" presetID="10" presetClass="entr" presetSubtype="0" fill="hold" grpId="0" nodeType="afterEffect">
                                  <p:stCondLst>
                                    <p:cond delay="0"/>
                                  </p:stCondLst>
                                  <p:childTnLst>
                                    <p:set>
                                      <p:cBhvr>
                                        <p:cTn id="143" dur="1" fill="hold">
                                          <p:stCondLst>
                                            <p:cond delay="0"/>
                                          </p:stCondLst>
                                        </p:cTn>
                                        <p:tgtEl>
                                          <p:spTgt spid="82"/>
                                        </p:tgtEl>
                                        <p:attrNameLst>
                                          <p:attrName>style.visibility</p:attrName>
                                        </p:attrNameLst>
                                      </p:cBhvr>
                                      <p:to>
                                        <p:strVal val="visible"/>
                                      </p:to>
                                    </p:set>
                                    <p:animEffect transition="in" filter="fade">
                                      <p:cBhvr>
                                        <p:cTn id="144"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26" grpId="0"/>
      <p:bldP spid="29" grpId="0"/>
      <p:bldP spid="61" grpId="0" animBg="1"/>
      <p:bldP spid="64" grpId="0" animBg="1"/>
      <p:bldP spid="65" grpId="0" animBg="1"/>
      <p:bldP spid="66" grpId="0" animBg="1"/>
      <p:bldP spid="82" grpId="0" animBg="1"/>
      <p:bldP spid="83" grpId="0" animBg="1"/>
      <p:bldP spid="84" grpId="0" animBg="1"/>
      <p:bldP spid="85" grpId="0"/>
      <p:bldP spid="97" grpId="0" animBg="1"/>
      <p:bldP spid="98" grpId="0" animBg="1"/>
      <p:bldP spid="71" grpId="0" animBg="1"/>
      <p:bldP spid="71" grpId="1" animBg="1"/>
      <p:bldP spid="72" grpId="0"/>
      <p:bldP spid="72" grpId="1"/>
      <p:bldP spid="74" grpId="0"/>
      <p:bldP spid="74"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四角形: 角を丸くする 23">
            <a:extLst>
              <a:ext uri="{FF2B5EF4-FFF2-40B4-BE49-F238E27FC236}">
                <a16:creationId xmlns:a16="http://schemas.microsoft.com/office/drawing/2014/main" id="{AAA20A50-09FB-1C9A-884D-8AC2A80E5644}"/>
              </a:ext>
            </a:extLst>
          </p:cNvPr>
          <p:cNvSpPr/>
          <p:nvPr/>
        </p:nvSpPr>
        <p:spPr>
          <a:xfrm>
            <a:off x="68094" y="4790995"/>
            <a:ext cx="5655856" cy="1943377"/>
          </a:xfrm>
          <a:prstGeom prst="roundRect">
            <a:avLst>
              <a:gd name="adj" fmla="val 865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FAE5A8C-3DB0-DFC2-C392-1725E659F794}"/>
              </a:ext>
            </a:extLst>
          </p:cNvPr>
          <p:cNvSpPr>
            <a:spLocks noGrp="1"/>
          </p:cNvSpPr>
          <p:nvPr>
            <p:ph type="title"/>
          </p:nvPr>
        </p:nvSpPr>
        <p:spPr/>
        <p:txBody>
          <a:bodyPr/>
          <a:lstStyle/>
          <a:p>
            <a:r>
              <a:rPr lang="ja-JP" altLang="en-US"/>
              <a:t>オフロードの有効性</a:t>
            </a:r>
            <a:endParaRPr lang="en-US"/>
          </a:p>
        </p:txBody>
      </p:sp>
      <p:sp>
        <p:nvSpPr>
          <p:cNvPr id="4" name="スライド番号プレースホルダー 3">
            <a:extLst>
              <a:ext uri="{FF2B5EF4-FFF2-40B4-BE49-F238E27FC236}">
                <a16:creationId xmlns:a16="http://schemas.microsoft.com/office/drawing/2014/main" id="{A6CF531E-094E-7D66-9A9F-F580D67A4535}"/>
              </a:ext>
            </a:extLst>
          </p:cNvPr>
          <p:cNvSpPr>
            <a:spLocks noGrp="1"/>
          </p:cNvSpPr>
          <p:nvPr>
            <p:ph type="sldNum" sz="quarter" idx="12"/>
          </p:nvPr>
        </p:nvSpPr>
        <p:spPr/>
        <p:txBody>
          <a:bodyPr/>
          <a:lstStyle/>
          <a:p>
            <a:fld id="{243EA04C-AED1-46B0-BC3C-C24F4C35F66C}" type="slidenum">
              <a:rPr lang="ja-JP" altLang="en-US" smtClean="0"/>
              <a:pPr/>
              <a:t>8</a:t>
            </a:fld>
            <a:endParaRPr lang="ja-JP" altLang="en-US"/>
          </a:p>
        </p:txBody>
      </p:sp>
      <p:graphicFrame>
        <p:nvGraphicFramePr>
          <p:cNvPr id="5" name="表 4">
            <a:extLst>
              <a:ext uri="{FF2B5EF4-FFF2-40B4-BE49-F238E27FC236}">
                <a16:creationId xmlns:a16="http://schemas.microsoft.com/office/drawing/2014/main" id="{9AB44536-FFFF-716F-84BB-73044E7644E5}"/>
              </a:ext>
            </a:extLst>
          </p:cNvPr>
          <p:cNvGraphicFramePr>
            <a:graphicFrameLocks noGrp="1"/>
          </p:cNvGraphicFramePr>
          <p:nvPr>
            <p:extLst>
              <p:ext uri="{D42A27DB-BD31-4B8C-83A1-F6EECF244321}">
                <p14:modId xmlns:p14="http://schemas.microsoft.com/office/powerpoint/2010/main" val="3456893518"/>
              </p:ext>
            </p:extLst>
          </p:nvPr>
        </p:nvGraphicFramePr>
        <p:xfrm>
          <a:off x="140208" y="5172823"/>
          <a:ext cx="2854492" cy="1219200"/>
        </p:xfrm>
        <a:graphic>
          <a:graphicData uri="http://schemas.openxmlformats.org/drawingml/2006/table">
            <a:tbl>
              <a:tblPr firstRow="1" bandRow="1">
                <a:tableStyleId>{5C22544A-7EE6-4342-B048-85BDC9FD1C3A}</a:tableStyleId>
              </a:tblPr>
              <a:tblGrid>
                <a:gridCol w="1427246">
                  <a:extLst>
                    <a:ext uri="{9D8B030D-6E8A-4147-A177-3AD203B41FA5}">
                      <a16:colId xmlns:a16="http://schemas.microsoft.com/office/drawing/2014/main" val="3878080136"/>
                    </a:ext>
                  </a:extLst>
                </a:gridCol>
                <a:gridCol w="1427246">
                  <a:extLst>
                    <a:ext uri="{9D8B030D-6E8A-4147-A177-3AD203B41FA5}">
                      <a16:colId xmlns:a16="http://schemas.microsoft.com/office/drawing/2014/main" val="1708022128"/>
                    </a:ext>
                  </a:extLst>
                </a:gridCol>
              </a:tblGrid>
              <a:tr h="276028">
                <a:tc>
                  <a:txBody>
                    <a:bodyPr/>
                    <a:lstStyle/>
                    <a:p>
                      <a:endParaRPr lang="en-US" sz="1400"/>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sz="1400" dirty="0"/>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9751417"/>
                  </a:ext>
                </a:extLst>
              </a:tr>
              <a:tr h="276028">
                <a:tc>
                  <a:txBody>
                    <a:bodyPr/>
                    <a:lstStyle/>
                    <a:p>
                      <a:pPr algn="ctr"/>
                      <a:r>
                        <a:rPr lang="en-US" altLang="ja-JP" sz="1400" b="1"/>
                        <a:t>CPU</a:t>
                      </a:r>
                      <a:endParaRPr lang="en-US" sz="1400" b="1"/>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ja-JP" sz="1400" dirty="0"/>
                        <a:t>Core i9 11900K</a:t>
                      </a:r>
                      <a:endParaRPr lang="en-US" sz="14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29359208"/>
                  </a:ext>
                </a:extLst>
              </a:tr>
              <a:tr h="276028">
                <a:tc>
                  <a:txBody>
                    <a:bodyPr/>
                    <a:lstStyle/>
                    <a:p>
                      <a:pPr algn="ctr"/>
                      <a:r>
                        <a:rPr lang="en-US" altLang="ja-JP" sz="1400" b="1"/>
                        <a:t>Clock</a:t>
                      </a:r>
                      <a:endParaRPr lang="en-US" sz="1400" b="1"/>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t>3.5 GHz</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9339069"/>
                  </a:ext>
                </a:extLst>
              </a:tr>
              <a:tr h="276028">
                <a:tc>
                  <a:txBody>
                    <a:bodyPr/>
                    <a:lstStyle/>
                    <a:p>
                      <a:pPr algn="ctr"/>
                      <a:r>
                        <a:rPr lang="en-US" altLang="ja-JP" sz="1400" b="1"/>
                        <a:t>Memory Clock</a:t>
                      </a:r>
                      <a:endParaRPr lang="en-US" sz="1400" b="1"/>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t>3200 MHz</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5683036"/>
                  </a:ext>
                </a:extLst>
              </a:tr>
            </a:tbl>
          </a:graphicData>
        </a:graphic>
      </p:graphicFrame>
      <p:cxnSp>
        <p:nvCxnSpPr>
          <p:cNvPr id="7" name="直線コネクタ 6">
            <a:extLst>
              <a:ext uri="{FF2B5EF4-FFF2-40B4-BE49-F238E27FC236}">
                <a16:creationId xmlns:a16="http://schemas.microsoft.com/office/drawing/2014/main" id="{29F590B0-E8AC-5AB2-BB5C-38FD1ADCB1A2}"/>
              </a:ext>
            </a:extLst>
          </p:cNvPr>
          <p:cNvCxnSpPr>
            <a:cxnSpLocks/>
          </p:cNvCxnSpPr>
          <p:nvPr/>
        </p:nvCxnSpPr>
        <p:spPr>
          <a:xfrm>
            <a:off x="850094" y="2418752"/>
            <a:ext cx="3582395" cy="0"/>
          </a:xfrm>
          <a:prstGeom prst="line">
            <a:avLst/>
          </a:prstGeom>
          <a:ln w="28575">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57341082-1E97-04C4-A405-E8E4C81E3A2D}"/>
              </a:ext>
            </a:extLst>
          </p:cNvPr>
          <p:cNvCxnSpPr>
            <a:cxnSpLocks/>
          </p:cNvCxnSpPr>
          <p:nvPr/>
        </p:nvCxnSpPr>
        <p:spPr>
          <a:xfrm flipH="1">
            <a:off x="6880097" y="2544962"/>
            <a:ext cx="1839" cy="430863"/>
          </a:xfrm>
          <a:prstGeom prst="line">
            <a:avLst/>
          </a:prstGeom>
          <a:ln w="28575">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DFC4FEA7-B2A2-B99D-CA50-C4200DDF0C3E}"/>
              </a:ext>
            </a:extLst>
          </p:cNvPr>
          <p:cNvCxnSpPr>
            <a:cxnSpLocks/>
          </p:cNvCxnSpPr>
          <p:nvPr/>
        </p:nvCxnSpPr>
        <p:spPr>
          <a:xfrm>
            <a:off x="5144233" y="2371625"/>
            <a:ext cx="3582395" cy="0"/>
          </a:xfrm>
          <a:prstGeom prst="line">
            <a:avLst/>
          </a:prstGeom>
          <a:ln w="28575">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pic>
        <p:nvPicPr>
          <p:cNvPr id="20" name="Picture 2" descr="ネットワークスイッチイラスト／無料イラストなら「イラストAC」">
            <a:extLst>
              <a:ext uri="{FF2B5EF4-FFF2-40B4-BE49-F238E27FC236}">
                <a16:creationId xmlns:a16="http://schemas.microsoft.com/office/drawing/2014/main" id="{FDCD7A03-7D3E-1D7E-F8A8-0703815CC5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40714" r="3635" b="40306"/>
          <a:stretch/>
        </p:blipFill>
        <p:spPr bwMode="auto">
          <a:xfrm>
            <a:off x="6213875" y="2207857"/>
            <a:ext cx="1333073" cy="370119"/>
          </a:xfrm>
          <a:prstGeom prst="rect">
            <a:avLst/>
          </a:prstGeom>
          <a:noFill/>
          <a:extLst>
            <a:ext uri="{909E8E84-426E-40DD-AFC4-6F175D3DCCD1}">
              <a14:hiddenFill xmlns:a14="http://schemas.microsoft.com/office/drawing/2010/main">
                <a:solidFill>
                  <a:srgbClr val="FFFFFF"/>
                </a:solidFill>
              </a14:hiddenFill>
            </a:ext>
          </a:extLst>
        </p:spPr>
      </p:pic>
      <p:sp>
        <p:nvSpPr>
          <p:cNvPr id="30" name="テキスト ボックス 29">
            <a:extLst>
              <a:ext uri="{FF2B5EF4-FFF2-40B4-BE49-F238E27FC236}">
                <a16:creationId xmlns:a16="http://schemas.microsoft.com/office/drawing/2014/main" id="{693F7CBB-3BB9-6355-1FC9-10FC7297BC3B}"/>
              </a:ext>
            </a:extLst>
          </p:cNvPr>
          <p:cNvSpPr txBox="1"/>
          <p:nvPr/>
        </p:nvSpPr>
        <p:spPr>
          <a:xfrm>
            <a:off x="1439641" y="966513"/>
            <a:ext cx="2696546" cy="369332"/>
          </a:xfrm>
          <a:prstGeom prst="rect">
            <a:avLst/>
          </a:prstGeom>
          <a:noFill/>
        </p:spPr>
        <p:txBody>
          <a:bodyPr wrap="square" rtlCol="0">
            <a:spAutoFit/>
          </a:bodyPr>
          <a:lstStyle/>
          <a:p>
            <a:r>
              <a:rPr lang="ja-JP" altLang="en-US" b="1" dirty="0">
                <a:latin typeface="+mj-ea"/>
                <a:ea typeface="+mj-ea"/>
              </a:rPr>
              <a:t>従来アーキテクチャ</a:t>
            </a:r>
            <a:endParaRPr lang="en-US" b="1" dirty="0">
              <a:latin typeface="+mj-ea"/>
              <a:ea typeface="+mj-ea"/>
            </a:endParaRPr>
          </a:p>
        </p:txBody>
      </p:sp>
      <p:sp>
        <p:nvSpPr>
          <p:cNvPr id="31" name="テキスト ボックス 30">
            <a:extLst>
              <a:ext uri="{FF2B5EF4-FFF2-40B4-BE49-F238E27FC236}">
                <a16:creationId xmlns:a16="http://schemas.microsoft.com/office/drawing/2014/main" id="{B28D9B68-0578-73B0-E825-317C686E1255}"/>
              </a:ext>
            </a:extLst>
          </p:cNvPr>
          <p:cNvSpPr txBox="1"/>
          <p:nvPr/>
        </p:nvSpPr>
        <p:spPr>
          <a:xfrm>
            <a:off x="5723950" y="924111"/>
            <a:ext cx="2696546" cy="369332"/>
          </a:xfrm>
          <a:prstGeom prst="rect">
            <a:avLst/>
          </a:prstGeom>
          <a:noFill/>
        </p:spPr>
        <p:txBody>
          <a:bodyPr wrap="square" rtlCol="0">
            <a:spAutoFit/>
          </a:bodyPr>
          <a:lstStyle/>
          <a:p>
            <a:r>
              <a:rPr lang="ja-JP" altLang="en-US" b="1">
                <a:latin typeface="+mj-ea"/>
                <a:ea typeface="+mj-ea"/>
              </a:rPr>
              <a:t>提案アーキテクチャ</a:t>
            </a:r>
            <a:endParaRPr lang="en-US" b="1">
              <a:latin typeface="+mj-ea"/>
              <a:ea typeface="+mj-ea"/>
            </a:endParaRPr>
          </a:p>
        </p:txBody>
      </p:sp>
      <p:sp>
        <p:nvSpPr>
          <p:cNvPr id="32" name="正方形/長方形 31">
            <a:extLst>
              <a:ext uri="{FF2B5EF4-FFF2-40B4-BE49-F238E27FC236}">
                <a16:creationId xmlns:a16="http://schemas.microsoft.com/office/drawing/2014/main" id="{4BCB1538-7F3A-161B-8848-DB952EB19BCF}"/>
              </a:ext>
            </a:extLst>
          </p:cNvPr>
          <p:cNvSpPr/>
          <p:nvPr/>
        </p:nvSpPr>
        <p:spPr>
          <a:xfrm>
            <a:off x="5499444" y="1357303"/>
            <a:ext cx="2761301" cy="378291"/>
          </a:xfrm>
          <a:prstGeom prst="rect">
            <a:avLst/>
          </a:prstGeom>
          <a:solidFill>
            <a:schemeClr val="tx2">
              <a:lumMod val="10000"/>
              <a:lumOff val="90000"/>
            </a:schemeClr>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dirty="0">
                <a:latin typeface="+mj-ea"/>
                <a:ea typeface="+mj-ea"/>
              </a:rPr>
              <a:t>マッチング処理時間</a:t>
            </a:r>
            <a:endParaRPr lang="en-US" altLang="ja-JP" sz="1600" baseline="30000" dirty="0">
              <a:latin typeface="+mj-ea"/>
              <a:ea typeface="+mj-ea"/>
            </a:endParaRPr>
          </a:p>
        </p:txBody>
      </p:sp>
      <p:sp>
        <p:nvSpPr>
          <p:cNvPr id="34" name="正方形/長方形 33">
            <a:extLst>
              <a:ext uri="{FF2B5EF4-FFF2-40B4-BE49-F238E27FC236}">
                <a16:creationId xmlns:a16="http://schemas.microsoft.com/office/drawing/2014/main" id="{2EF4AD3A-31A8-5512-9620-A01ABC9A46D9}"/>
              </a:ext>
            </a:extLst>
          </p:cNvPr>
          <p:cNvSpPr/>
          <p:nvPr/>
        </p:nvSpPr>
        <p:spPr>
          <a:xfrm>
            <a:off x="5893144" y="1767011"/>
            <a:ext cx="1973897" cy="364598"/>
          </a:xfrm>
          <a:prstGeom prst="rect">
            <a:avLst/>
          </a:prstGeom>
          <a:solidFill>
            <a:schemeClr val="bg1"/>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dirty="0">
                <a:latin typeface="+mj-ea"/>
                <a:ea typeface="+mj-ea"/>
              </a:rPr>
              <a:t>識別子の埋込時間</a:t>
            </a:r>
            <a:endParaRPr lang="en-US" altLang="ja-JP" sz="1600" dirty="0">
              <a:latin typeface="+mj-ea"/>
              <a:ea typeface="+mj-ea"/>
            </a:endParaRPr>
          </a:p>
        </p:txBody>
      </p:sp>
      <p:sp>
        <p:nvSpPr>
          <p:cNvPr id="35" name="テキスト ボックス 34">
            <a:extLst>
              <a:ext uri="{FF2B5EF4-FFF2-40B4-BE49-F238E27FC236}">
                <a16:creationId xmlns:a16="http://schemas.microsoft.com/office/drawing/2014/main" id="{DC0BE6ED-0B21-6553-9B59-B3A5AEB735F0}"/>
              </a:ext>
            </a:extLst>
          </p:cNvPr>
          <p:cNvSpPr txBox="1"/>
          <p:nvPr/>
        </p:nvSpPr>
        <p:spPr>
          <a:xfrm>
            <a:off x="4519689" y="2443365"/>
            <a:ext cx="903096" cy="923330"/>
          </a:xfrm>
          <a:prstGeom prst="rect">
            <a:avLst/>
          </a:prstGeom>
          <a:noFill/>
          <a:ln w="12700">
            <a:noFill/>
          </a:ln>
        </p:spPr>
        <p:txBody>
          <a:bodyPr wrap="square" rtlCol="0">
            <a:spAutoFit/>
          </a:bodyPr>
          <a:lstStyle/>
          <a:p>
            <a:r>
              <a:rPr lang="en-US" sz="5400" dirty="0"/>
              <a:t>&gt;</a:t>
            </a:r>
            <a:endParaRPr lang="en-US" sz="4800" dirty="0"/>
          </a:p>
        </p:txBody>
      </p:sp>
      <p:cxnSp>
        <p:nvCxnSpPr>
          <p:cNvPr id="44" name="コネクタ: カギ線 43">
            <a:extLst>
              <a:ext uri="{FF2B5EF4-FFF2-40B4-BE49-F238E27FC236}">
                <a16:creationId xmlns:a16="http://schemas.microsoft.com/office/drawing/2014/main" id="{FDA158CB-CA67-E79D-D4E6-5079B65CB500}"/>
              </a:ext>
            </a:extLst>
          </p:cNvPr>
          <p:cNvCxnSpPr>
            <a:cxnSpLocks/>
          </p:cNvCxnSpPr>
          <p:nvPr/>
        </p:nvCxnSpPr>
        <p:spPr>
          <a:xfrm>
            <a:off x="5141985" y="2677819"/>
            <a:ext cx="1512886" cy="484545"/>
          </a:xfrm>
          <a:prstGeom prst="bentConnector3">
            <a:avLst>
              <a:gd name="adj1" fmla="val 99738"/>
            </a:avLst>
          </a:prstGeom>
          <a:ln w="381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5" name="コネクタ: カギ線 44">
            <a:extLst>
              <a:ext uri="{FF2B5EF4-FFF2-40B4-BE49-F238E27FC236}">
                <a16:creationId xmlns:a16="http://schemas.microsoft.com/office/drawing/2014/main" id="{9B2BE1AF-A012-C1BD-A896-D19ADB7AABC4}"/>
              </a:ext>
            </a:extLst>
          </p:cNvPr>
          <p:cNvCxnSpPr>
            <a:cxnSpLocks/>
          </p:cNvCxnSpPr>
          <p:nvPr/>
        </p:nvCxnSpPr>
        <p:spPr>
          <a:xfrm flipV="1">
            <a:off x="7142328" y="2675492"/>
            <a:ext cx="1612344" cy="387029"/>
          </a:xfrm>
          <a:prstGeom prst="bentConnector3">
            <a:avLst>
              <a:gd name="adj1" fmla="val -1159"/>
            </a:avLst>
          </a:prstGeom>
          <a:ln w="381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46" name="グループ化 45">
            <a:extLst>
              <a:ext uri="{FF2B5EF4-FFF2-40B4-BE49-F238E27FC236}">
                <a16:creationId xmlns:a16="http://schemas.microsoft.com/office/drawing/2014/main" id="{EED486AF-BF74-703A-9BD8-7C3AC45C02E8}"/>
              </a:ext>
            </a:extLst>
          </p:cNvPr>
          <p:cNvGrpSpPr/>
          <p:nvPr/>
        </p:nvGrpSpPr>
        <p:grpSpPr>
          <a:xfrm rot="10800000">
            <a:off x="5668401" y="2604893"/>
            <a:ext cx="519768" cy="175325"/>
            <a:chOff x="824742" y="3915545"/>
            <a:chExt cx="519768" cy="265714"/>
          </a:xfrm>
        </p:grpSpPr>
        <p:sp>
          <p:nvSpPr>
            <p:cNvPr id="47" name="正方形/長方形 46">
              <a:extLst>
                <a:ext uri="{FF2B5EF4-FFF2-40B4-BE49-F238E27FC236}">
                  <a16:creationId xmlns:a16="http://schemas.microsoft.com/office/drawing/2014/main" id="{C0D1BA75-8233-B2BA-0836-7256398FD6A9}"/>
                </a:ext>
              </a:extLst>
            </p:cNvPr>
            <p:cNvSpPr/>
            <p:nvPr/>
          </p:nvSpPr>
          <p:spPr>
            <a:xfrm>
              <a:off x="824742" y="3915545"/>
              <a:ext cx="183640" cy="265714"/>
            </a:xfrm>
            <a:prstGeom prst="rect">
              <a:avLst/>
            </a:prstGeom>
            <a:solidFill>
              <a:srgbClr val="FF0000"/>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8" name="正方形/長方形 47">
              <a:extLst>
                <a:ext uri="{FF2B5EF4-FFF2-40B4-BE49-F238E27FC236}">
                  <a16:creationId xmlns:a16="http://schemas.microsoft.com/office/drawing/2014/main" id="{EED17E77-27FE-5AD8-285E-A72DC3391872}"/>
                </a:ext>
              </a:extLst>
            </p:cNvPr>
            <p:cNvSpPr/>
            <p:nvPr/>
          </p:nvSpPr>
          <p:spPr>
            <a:xfrm>
              <a:off x="1008470" y="3915545"/>
              <a:ext cx="336040" cy="265714"/>
            </a:xfrm>
            <a:prstGeom prst="rect">
              <a:avLst/>
            </a:prstGeom>
            <a:solidFill>
              <a:schemeClr val="bg1"/>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pic>
        <p:nvPicPr>
          <p:cNvPr id="50" name="Picture 4" descr="データセンターイラスト｜無料イラスト・フリー素材なら「イラストAC」">
            <a:extLst>
              <a:ext uri="{FF2B5EF4-FFF2-40B4-BE49-F238E27FC236}">
                <a16:creationId xmlns:a16="http://schemas.microsoft.com/office/drawing/2014/main" id="{6F1E89CF-49DF-740F-A102-030E6823870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157" t="9531" r="25686" b="8901"/>
          <a:stretch/>
        </p:blipFill>
        <p:spPr bwMode="auto">
          <a:xfrm>
            <a:off x="6727464" y="2762905"/>
            <a:ext cx="342270" cy="57380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5" name="表 54">
            <a:extLst>
              <a:ext uri="{FF2B5EF4-FFF2-40B4-BE49-F238E27FC236}">
                <a16:creationId xmlns:a16="http://schemas.microsoft.com/office/drawing/2014/main" id="{F7997336-B2AA-A8F0-CAB1-C8F66726A64D}"/>
              </a:ext>
            </a:extLst>
          </p:cNvPr>
          <p:cNvGraphicFramePr>
            <a:graphicFrameLocks noGrp="1"/>
          </p:cNvGraphicFramePr>
          <p:nvPr>
            <p:extLst>
              <p:ext uri="{D42A27DB-BD31-4B8C-83A1-F6EECF244321}">
                <p14:modId xmlns:p14="http://schemas.microsoft.com/office/powerpoint/2010/main" val="248223554"/>
              </p:ext>
            </p:extLst>
          </p:nvPr>
        </p:nvGraphicFramePr>
        <p:xfrm>
          <a:off x="4365127" y="5138668"/>
          <a:ext cx="1260099" cy="1127760"/>
        </p:xfrm>
        <a:graphic>
          <a:graphicData uri="http://schemas.openxmlformats.org/drawingml/2006/table">
            <a:tbl>
              <a:tblPr firstRow="1" bandRow="1">
                <a:tableStyleId>{5C22544A-7EE6-4342-B048-85BDC9FD1C3A}</a:tableStyleId>
              </a:tblPr>
              <a:tblGrid>
                <a:gridCol w="1260099">
                  <a:extLst>
                    <a:ext uri="{9D8B030D-6E8A-4147-A177-3AD203B41FA5}">
                      <a16:colId xmlns:a16="http://schemas.microsoft.com/office/drawing/2014/main" val="3061600516"/>
                    </a:ext>
                  </a:extLst>
                </a:gridCol>
              </a:tblGrid>
              <a:tr h="295766">
                <a:tc>
                  <a:txBody>
                    <a:bodyPr/>
                    <a:lstStyle/>
                    <a:p>
                      <a:pPr algn="ctr"/>
                      <a:r>
                        <a:rPr lang="en-US" sz="1400" dirty="0"/>
                        <a:t>Match</a:t>
                      </a:r>
                    </a:p>
                  </a:txBody>
                  <a:tcPr/>
                </a:tc>
                <a:extLst>
                  <a:ext uri="{0D108BD9-81ED-4DB2-BD59-A6C34878D82A}">
                    <a16:rowId xmlns:a16="http://schemas.microsoft.com/office/drawing/2014/main" val="533749662"/>
                  </a:ext>
                </a:extLst>
              </a:tr>
              <a:tr h="271118">
                <a:tc>
                  <a:txBody>
                    <a:bodyPr/>
                    <a:lstStyle/>
                    <a:p>
                      <a:pPr algn="ctr"/>
                      <a:r>
                        <a:rPr lang="en-US" sz="1200" b="1"/>
                        <a:t>4Byte</a:t>
                      </a:r>
                    </a:p>
                  </a:txBody>
                  <a:tcPr/>
                </a:tc>
                <a:extLst>
                  <a:ext uri="{0D108BD9-81ED-4DB2-BD59-A6C34878D82A}">
                    <a16:rowId xmlns:a16="http://schemas.microsoft.com/office/drawing/2014/main" val="3833148141"/>
                  </a:ext>
                </a:extLst>
              </a:tr>
              <a:tr h="271118">
                <a:tc>
                  <a:txBody>
                    <a:bodyPr/>
                    <a:lstStyle/>
                    <a:p>
                      <a:pPr algn="ctr"/>
                      <a:endParaRPr lang="en-US" sz="1200" dirty="0"/>
                    </a:p>
                  </a:txBody>
                  <a:tcPr/>
                </a:tc>
                <a:extLst>
                  <a:ext uri="{0D108BD9-81ED-4DB2-BD59-A6C34878D82A}">
                    <a16:rowId xmlns:a16="http://schemas.microsoft.com/office/drawing/2014/main" val="166953577"/>
                  </a:ext>
                </a:extLst>
              </a:tr>
              <a:tr h="271118">
                <a:tc>
                  <a:txBody>
                    <a:bodyPr/>
                    <a:lstStyle/>
                    <a:p>
                      <a:pPr algn="ctr"/>
                      <a:endParaRPr lang="en-US" sz="1200" dirty="0"/>
                    </a:p>
                  </a:txBody>
                  <a:tcPr/>
                </a:tc>
                <a:extLst>
                  <a:ext uri="{0D108BD9-81ED-4DB2-BD59-A6C34878D82A}">
                    <a16:rowId xmlns:a16="http://schemas.microsoft.com/office/drawing/2014/main" val="3324944427"/>
                  </a:ext>
                </a:extLst>
              </a:tr>
            </a:tbl>
          </a:graphicData>
        </a:graphic>
      </p:graphicFrame>
      <p:sp>
        <p:nvSpPr>
          <p:cNvPr id="56" name="テキスト ボックス 55">
            <a:extLst>
              <a:ext uri="{FF2B5EF4-FFF2-40B4-BE49-F238E27FC236}">
                <a16:creationId xmlns:a16="http://schemas.microsoft.com/office/drawing/2014/main" id="{FBDBAC0C-2C46-7EDF-18FF-B9016E8ED460}"/>
              </a:ext>
            </a:extLst>
          </p:cNvPr>
          <p:cNvSpPr txBox="1"/>
          <p:nvPr/>
        </p:nvSpPr>
        <p:spPr>
          <a:xfrm>
            <a:off x="3626603" y="4823929"/>
            <a:ext cx="2080010" cy="338554"/>
          </a:xfrm>
          <a:prstGeom prst="rect">
            <a:avLst/>
          </a:prstGeom>
          <a:noFill/>
        </p:spPr>
        <p:txBody>
          <a:bodyPr wrap="square" rtlCol="0">
            <a:spAutoFit/>
          </a:bodyPr>
          <a:lstStyle/>
          <a:p>
            <a:r>
              <a:rPr lang="ja-JP" altLang="en-US" sz="1600" dirty="0">
                <a:latin typeface="+mj-ea"/>
                <a:ea typeface="+mj-ea"/>
              </a:rPr>
              <a:t>テーブルの構造</a:t>
            </a:r>
            <a:endParaRPr lang="en-US" sz="1600" dirty="0">
              <a:latin typeface="+mj-ea"/>
              <a:ea typeface="+mj-ea"/>
            </a:endParaRPr>
          </a:p>
        </p:txBody>
      </p:sp>
      <p:sp>
        <p:nvSpPr>
          <p:cNvPr id="57" name="左中かっこ 56">
            <a:extLst>
              <a:ext uri="{FF2B5EF4-FFF2-40B4-BE49-F238E27FC236}">
                <a16:creationId xmlns:a16="http://schemas.microsoft.com/office/drawing/2014/main" id="{DE608C54-8DB7-4416-7E03-2CB36F88D96C}"/>
              </a:ext>
            </a:extLst>
          </p:cNvPr>
          <p:cNvSpPr/>
          <p:nvPr/>
        </p:nvSpPr>
        <p:spPr>
          <a:xfrm>
            <a:off x="4133262" y="5163473"/>
            <a:ext cx="231865" cy="1478756"/>
          </a:xfrm>
          <a:prstGeom prst="leftBrace">
            <a:avLst/>
          </a:prstGeom>
          <a:ln w="38100">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8" name="テキスト ボックス 57">
            <a:extLst>
              <a:ext uri="{FF2B5EF4-FFF2-40B4-BE49-F238E27FC236}">
                <a16:creationId xmlns:a16="http://schemas.microsoft.com/office/drawing/2014/main" id="{569C44D1-FE04-6A53-4DDA-EBDC1A00B1BE}"/>
              </a:ext>
            </a:extLst>
          </p:cNvPr>
          <p:cNvSpPr txBox="1"/>
          <p:nvPr/>
        </p:nvSpPr>
        <p:spPr>
          <a:xfrm>
            <a:off x="2854050" y="5559186"/>
            <a:ext cx="1551986" cy="584775"/>
          </a:xfrm>
          <a:prstGeom prst="rect">
            <a:avLst/>
          </a:prstGeom>
          <a:noFill/>
        </p:spPr>
        <p:txBody>
          <a:bodyPr wrap="square" rtlCol="0">
            <a:spAutoFit/>
          </a:bodyPr>
          <a:lstStyle/>
          <a:p>
            <a:pPr algn="ctr"/>
            <a:r>
              <a:rPr lang="ja-JP" altLang="en-US" sz="1600" dirty="0">
                <a:latin typeface="+mj-ea"/>
                <a:ea typeface="+mj-ea"/>
              </a:rPr>
              <a:t>エントリ数</a:t>
            </a:r>
          </a:p>
          <a:p>
            <a:pPr algn="ctr"/>
            <a:r>
              <a:rPr lang="en-US" sz="1600" dirty="0">
                <a:latin typeface="+mj-ea"/>
                <a:ea typeface="+mj-ea"/>
              </a:rPr>
              <a:t>1024</a:t>
            </a:r>
          </a:p>
        </p:txBody>
      </p:sp>
      <p:sp>
        <p:nvSpPr>
          <p:cNvPr id="59" name="テキスト ボックス 58">
            <a:extLst>
              <a:ext uri="{FF2B5EF4-FFF2-40B4-BE49-F238E27FC236}">
                <a16:creationId xmlns:a16="http://schemas.microsoft.com/office/drawing/2014/main" id="{60A31834-18CD-B552-E27B-D79E189B02B0}"/>
              </a:ext>
            </a:extLst>
          </p:cNvPr>
          <p:cNvSpPr txBox="1"/>
          <p:nvPr/>
        </p:nvSpPr>
        <p:spPr>
          <a:xfrm rot="5400000">
            <a:off x="4742876" y="6242696"/>
            <a:ext cx="523667" cy="461665"/>
          </a:xfrm>
          <a:prstGeom prst="rect">
            <a:avLst/>
          </a:prstGeom>
          <a:noFill/>
        </p:spPr>
        <p:txBody>
          <a:bodyPr wrap="square" rtlCol="0">
            <a:spAutoFit/>
          </a:bodyPr>
          <a:lstStyle/>
          <a:p>
            <a:r>
              <a:rPr lang="en-US" sz="2400" b="1" dirty="0"/>
              <a:t>…</a:t>
            </a:r>
            <a:endParaRPr lang="en-US" sz="1600" b="1" dirty="0"/>
          </a:p>
        </p:txBody>
      </p:sp>
      <p:sp>
        <p:nvSpPr>
          <p:cNvPr id="60" name="正方形/長方形 59">
            <a:extLst>
              <a:ext uri="{FF2B5EF4-FFF2-40B4-BE49-F238E27FC236}">
                <a16:creationId xmlns:a16="http://schemas.microsoft.com/office/drawing/2014/main" id="{542BE6F6-3455-BF7E-BA9B-F78A578E481B}"/>
              </a:ext>
            </a:extLst>
          </p:cNvPr>
          <p:cNvSpPr/>
          <p:nvPr/>
        </p:nvSpPr>
        <p:spPr>
          <a:xfrm>
            <a:off x="2344669" y="3445027"/>
            <a:ext cx="550705" cy="513900"/>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400" b="1" dirty="0"/>
              <a:t>CNF</a:t>
            </a:r>
            <a:endParaRPr lang="en-US" sz="1600" b="1" dirty="0"/>
          </a:p>
        </p:txBody>
      </p:sp>
      <p:sp>
        <p:nvSpPr>
          <p:cNvPr id="62" name="正方形/長方形 61">
            <a:extLst>
              <a:ext uri="{FF2B5EF4-FFF2-40B4-BE49-F238E27FC236}">
                <a16:creationId xmlns:a16="http://schemas.microsoft.com/office/drawing/2014/main" id="{C0FC94FD-2712-5F6F-9092-DCE9CCCAA36D}"/>
              </a:ext>
            </a:extLst>
          </p:cNvPr>
          <p:cNvSpPr/>
          <p:nvPr/>
        </p:nvSpPr>
        <p:spPr>
          <a:xfrm>
            <a:off x="6623246" y="3397900"/>
            <a:ext cx="550705" cy="513900"/>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400" b="1" dirty="0"/>
              <a:t>CNF</a:t>
            </a:r>
            <a:endParaRPr lang="en-US" sz="1600" b="1" dirty="0"/>
          </a:p>
        </p:txBody>
      </p:sp>
      <p:cxnSp>
        <p:nvCxnSpPr>
          <p:cNvPr id="6" name="直線コネクタ 5">
            <a:extLst>
              <a:ext uri="{FF2B5EF4-FFF2-40B4-BE49-F238E27FC236}">
                <a16:creationId xmlns:a16="http://schemas.microsoft.com/office/drawing/2014/main" id="{85A8268F-2808-FF27-D3B2-AD2E318F3977}"/>
              </a:ext>
            </a:extLst>
          </p:cNvPr>
          <p:cNvCxnSpPr>
            <a:cxnSpLocks/>
          </p:cNvCxnSpPr>
          <p:nvPr/>
        </p:nvCxnSpPr>
        <p:spPr>
          <a:xfrm flipH="1">
            <a:off x="2595808" y="2562145"/>
            <a:ext cx="1839" cy="430863"/>
          </a:xfrm>
          <a:prstGeom prst="line">
            <a:avLst/>
          </a:prstGeom>
          <a:ln w="28575">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pic>
        <p:nvPicPr>
          <p:cNvPr id="8" name="Picture 4" descr="データセンターイラスト｜無料イラスト・フリー素材なら「イラストAC」">
            <a:extLst>
              <a:ext uri="{FF2B5EF4-FFF2-40B4-BE49-F238E27FC236}">
                <a16:creationId xmlns:a16="http://schemas.microsoft.com/office/drawing/2014/main" id="{0FF36206-9B4F-551B-873F-F8BFAC043D7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157" t="9531" r="25686" b="8901"/>
          <a:stretch/>
        </p:blipFill>
        <p:spPr bwMode="auto">
          <a:xfrm>
            <a:off x="2435988" y="2810032"/>
            <a:ext cx="342270" cy="573805"/>
          </a:xfrm>
          <a:prstGeom prst="rect">
            <a:avLst/>
          </a:prstGeom>
          <a:noFill/>
          <a:extLst>
            <a:ext uri="{909E8E84-426E-40DD-AFC4-6F175D3DCCD1}">
              <a14:hiddenFill xmlns:a14="http://schemas.microsoft.com/office/drawing/2010/main">
                <a:solidFill>
                  <a:srgbClr val="FFFFFF"/>
                </a:solidFill>
              </a14:hiddenFill>
            </a:ext>
          </a:extLst>
        </p:spPr>
      </p:pic>
      <p:sp>
        <p:nvSpPr>
          <p:cNvPr id="3" name="直方体 2">
            <a:extLst>
              <a:ext uri="{FF2B5EF4-FFF2-40B4-BE49-F238E27FC236}">
                <a16:creationId xmlns:a16="http://schemas.microsoft.com/office/drawing/2014/main" id="{84CFE459-3B0B-8B63-70CF-3C80E955BC8C}"/>
              </a:ext>
            </a:extLst>
          </p:cNvPr>
          <p:cNvSpPr/>
          <p:nvPr/>
        </p:nvSpPr>
        <p:spPr>
          <a:xfrm>
            <a:off x="2057529" y="2222966"/>
            <a:ext cx="1076558" cy="417915"/>
          </a:xfrm>
          <a:prstGeom prst="cube">
            <a:avLst>
              <a:gd name="adj" fmla="val 63818"/>
            </a:avLst>
          </a:prstGeom>
          <a:solidFill>
            <a:schemeClr val="tx2">
              <a:lumMod val="50000"/>
              <a:lumOff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グループ化 40">
            <a:extLst>
              <a:ext uri="{FF2B5EF4-FFF2-40B4-BE49-F238E27FC236}">
                <a16:creationId xmlns:a16="http://schemas.microsoft.com/office/drawing/2014/main" id="{91907C46-75A9-0F41-8F04-21C83B0F5F52}"/>
              </a:ext>
            </a:extLst>
          </p:cNvPr>
          <p:cNvGrpSpPr/>
          <p:nvPr/>
        </p:nvGrpSpPr>
        <p:grpSpPr>
          <a:xfrm>
            <a:off x="2179656" y="2324812"/>
            <a:ext cx="461635" cy="111363"/>
            <a:chOff x="2074341" y="1325822"/>
            <a:chExt cx="461635" cy="111363"/>
          </a:xfrm>
        </p:grpSpPr>
        <p:cxnSp>
          <p:nvCxnSpPr>
            <p:cNvPr id="17" name="直線矢印コネクタ 16">
              <a:extLst>
                <a:ext uri="{FF2B5EF4-FFF2-40B4-BE49-F238E27FC236}">
                  <a16:creationId xmlns:a16="http://schemas.microsoft.com/office/drawing/2014/main" id="{8973B5A6-6273-B190-5B2A-43860F57F294}"/>
                </a:ext>
              </a:extLst>
            </p:cNvPr>
            <p:cNvCxnSpPr>
              <a:cxnSpLocks/>
            </p:cNvCxnSpPr>
            <p:nvPr/>
          </p:nvCxnSpPr>
          <p:spPr>
            <a:xfrm flipH="1">
              <a:off x="2205950" y="1325822"/>
              <a:ext cx="330026" cy="0"/>
            </a:xfrm>
            <a:prstGeom prst="straightConnector1">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cxnSp>
          <p:nvCxnSpPr>
            <p:cNvPr id="37" name="直線矢印コネクタ 36">
              <a:extLst>
                <a:ext uri="{FF2B5EF4-FFF2-40B4-BE49-F238E27FC236}">
                  <a16:creationId xmlns:a16="http://schemas.microsoft.com/office/drawing/2014/main" id="{CB788042-0CB6-0983-A0F7-F3F01A5B5E08}"/>
                </a:ext>
              </a:extLst>
            </p:cNvPr>
            <p:cNvCxnSpPr>
              <a:cxnSpLocks/>
            </p:cNvCxnSpPr>
            <p:nvPr/>
          </p:nvCxnSpPr>
          <p:spPr>
            <a:xfrm flipH="1">
              <a:off x="2074341" y="1437185"/>
              <a:ext cx="330026" cy="0"/>
            </a:xfrm>
            <a:prstGeom prst="straightConnector1">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2" name="グループ化 41">
            <a:extLst>
              <a:ext uri="{FF2B5EF4-FFF2-40B4-BE49-F238E27FC236}">
                <a16:creationId xmlns:a16="http://schemas.microsoft.com/office/drawing/2014/main" id="{6D209DD3-DA04-5FE1-F55C-276059155E5C}"/>
              </a:ext>
            </a:extLst>
          </p:cNvPr>
          <p:cNvGrpSpPr/>
          <p:nvPr/>
        </p:nvGrpSpPr>
        <p:grpSpPr>
          <a:xfrm rot="10800000">
            <a:off x="2526271" y="2273329"/>
            <a:ext cx="461635" cy="111363"/>
            <a:chOff x="2074341" y="1325822"/>
            <a:chExt cx="461635" cy="111363"/>
          </a:xfrm>
        </p:grpSpPr>
        <p:cxnSp>
          <p:nvCxnSpPr>
            <p:cNvPr id="43" name="直線矢印コネクタ 42">
              <a:extLst>
                <a:ext uri="{FF2B5EF4-FFF2-40B4-BE49-F238E27FC236}">
                  <a16:creationId xmlns:a16="http://schemas.microsoft.com/office/drawing/2014/main" id="{012A77AF-CB30-41CB-0A46-57ADF83DCA64}"/>
                </a:ext>
              </a:extLst>
            </p:cNvPr>
            <p:cNvCxnSpPr>
              <a:cxnSpLocks/>
            </p:cNvCxnSpPr>
            <p:nvPr/>
          </p:nvCxnSpPr>
          <p:spPr>
            <a:xfrm flipH="1">
              <a:off x="2205950" y="1325822"/>
              <a:ext cx="330026" cy="0"/>
            </a:xfrm>
            <a:prstGeom prst="straightConnector1">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cxnSp>
          <p:nvCxnSpPr>
            <p:cNvPr id="52" name="直線矢印コネクタ 51">
              <a:extLst>
                <a:ext uri="{FF2B5EF4-FFF2-40B4-BE49-F238E27FC236}">
                  <a16:creationId xmlns:a16="http://schemas.microsoft.com/office/drawing/2014/main" id="{76986603-603B-3B8A-20F3-EC8A4BD18C2D}"/>
                </a:ext>
              </a:extLst>
            </p:cNvPr>
            <p:cNvCxnSpPr>
              <a:cxnSpLocks/>
            </p:cNvCxnSpPr>
            <p:nvPr/>
          </p:nvCxnSpPr>
          <p:spPr>
            <a:xfrm flipH="1">
              <a:off x="2074341" y="1437185"/>
              <a:ext cx="330026" cy="0"/>
            </a:xfrm>
            <a:prstGeom prst="straightConnector1">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grpSp>
      <p:sp>
        <p:nvSpPr>
          <p:cNvPr id="10" name="テキスト ボックス 9">
            <a:extLst>
              <a:ext uri="{FF2B5EF4-FFF2-40B4-BE49-F238E27FC236}">
                <a16:creationId xmlns:a16="http://schemas.microsoft.com/office/drawing/2014/main" id="{92ED98C9-0456-50F7-758D-0E16E285D573}"/>
              </a:ext>
            </a:extLst>
          </p:cNvPr>
          <p:cNvSpPr txBox="1"/>
          <p:nvPr/>
        </p:nvSpPr>
        <p:spPr>
          <a:xfrm>
            <a:off x="3134087" y="3136099"/>
            <a:ext cx="2997283" cy="369332"/>
          </a:xfrm>
          <a:prstGeom prst="rect">
            <a:avLst/>
          </a:prstGeom>
          <a:noFill/>
        </p:spPr>
        <p:txBody>
          <a:bodyPr wrap="square">
            <a:spAutoFit/>
          </a:bodyPr>
          <a:lstStyle/>
          <a:p>
            <a:pPr algn="ctr"/>
            <a:r>
              <a:rPr lang="ja-JP" altLang="en-US" dirty="0">
                <a:latin typeface="+mj-ea"/>
                <a:ea typeface="+mj-ea"/>
              </a:rPr>
              <a:t>オフロードが有効な条件</a:t>
            </a:r>
            <a:endParaRPr lang="en-US" dirty="0"/>
          </a:p>
        </p:txBody>
      </p:sp>
      <p:cxnSp>
        <p:nvCxnSpPr>
          <p:cNvPr id="11" name="コネクタ: カギ線 10">
            <a:extLst>
              <a:ext uri="{FF2B5EF4-FFF2-40B4-BE49-F238E27FC236}">
                <a16:creationId xmlns:a16="http://schemas.microsoft.com/office/drawing/2014/main" id="{0CA03D74-D061-4337-86ED-C95D18F86FA8}"/>
              </a:ext>
            </a:extLst>
          </p:cNvPr>
          <p:cNvCxnSpPr>
            <a:cxnSpLocks/>
          </p:cNvCxnSpPr>
          <p:nvPr/>
        </p:nvCxnSpPr>
        <p:spPr>
          <a:xfrm>
            <a:off x="856142" y="2692775"/>
            <a:ext cx="1512886" cy="484545"/>
          </a:xfrm>
          <a:prstGeom prst="bentConnector3">
            <a:avLst>
              <a:gd name="adj1" fmla="val 99738"/>
            </a:avLst>
          </a:prstGeom>
          <a:ln w="381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2" name="コネクタ: カギ線 11">
            <a:extLst>
              <a:ext uri="{FF2B5EF4-FFF2-40B4-BE49-F238E27FC236}">
                <a16:creationId xmlns:a16="http://schemas.microsoft.com/office/drawing/2014/main" id="{3BD2051C-F88F-3BCC-993A-814BC092AF4D}"/>
              </a:ext>
            </a:extLst>
          </p:cNvPr>
          <p:cNvCxnSpPr>
            <a:cxnSpLocks/>
          </p:cNvCxnSpPr>
          <p:nvPr/>
        </p:nvCxnSpPr>
        <p:spPr>
          <a:xfrm flipV="1">
            <a:off x="2856485" y="2690448"/>
            <a:ext cx="1612344" cy="387029"/>
          </a:xfrm>
          <a:prstGeom prst="bentConnector3">
            <a:avLst>
              <a:gd name="adj1" fmla="val -1159"/>
            </a:avLst>
          </a:prstGeom>
          <a:ln w="381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9" name="正方形/長方形 48">
            <a:extLst>
              <a:ext uri="{FF2B5EF4-FFF2-40B4-BE49-F238E27FC236}">
                <a16:creationId xmlns:a16="http://schemas.microsoft.com/office/drawing/2014/main" id="{4357445E-3EEF-577F-4C94-95523DCAF1C9}"/>
              </a:ext>
            </a:extLst>
          </p:cNvPr>
          <p:cNvSpPr/>
          <p:nvPr/>
        </p:nvSpPr>
        <p:spPr>
          <a:xfrm rot="10800000">
            <a:off x="1401116" y="2583175"/>
            <a:ext cx="336040" cy="175325"/>
          </a:xfrm>
          <a:prstGeom prst="rect">
            <a:avLst/>
          </a:prstGeom>
          <a:solidFill>
            <a:schemeClr val="bg1"/>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正方形/長方形 12">
            <a:extLst>
              <a:ext uri="{FF2B5EF4-FFF2-40B4-BE49-F238E27FC236}">
                <a16:creationId xmlns:a16="http://schemas.microsoft.com/office/drawing/2014/main" id="{90E8C56E-F157-BD2F-E93E-C7322C053CA3}"/>
              </a:ext>
            </a:extLst>
          </p:cNvPr>
          <p:cNvSpPr/>
          <p:nvPr/>
        </p:nvSpPr>
        <p:spPr>
          <a:xfrm>
            <a:off x="1277228" y="4075213"/>
            <a:ext cx="2761301" cy="378291"/>
          </a:xfrm>
          <a:prstGeom prst="rect">
            <a:avLst/>
          </a:prstGeom>
          <a:solidFill>
            <a:schemeClr val="tx2">
              <a:lumMod val="10000"/>
              <a:lumOff val="90000"/>
            </a:schemeClr>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dirty="0">
                <a:latin typeface="+mj-ea"/>
                <a:ea typeface="+mj-ea"/>
              </a:rPr>
              <a:t>マッチング処理時間</a:t>
            </a:r>
            <a:endParaRPr lang="en-US" altLang="ja-JP" sz="1600" baseline="30000" dirty="0">
              <a:latin typeface="+mj-ea"/>
              <a:ea typeface="+mj-ea"/>
            </a:endParaRPr>
          </a:p>
        </p:txBody>
      </p:sp>
      <p:sp>
        <p:nvSpPr>
          <p:cNvPr id="14" name="正方形/長方形 13">
            <a:extLst>
              <a:ext uri="{FF2B5EF4-FFF2-40B4-BE49-F238E27FC236}">
                <a16:creationId xmlns:a16="http://schemas.microsoft.com/office/drawing/2014/main" id="{ACE3A6EF-761B-8DB1-363A-44CFFA2ACE16}"/>
              </a:ext>
            </a:extLst>
          </p:cNvPr>
          <p:cNvSpPr/>
          <p:nvPr/>
        </p:nvSpPr>
        <p:spPr>
          <a:xfrm>
            <a:off x="1277227" y="4073853"/>
            <a:ext cx="2761301" cy="378291"/>
          </a:xfrm>
          <a:prstGeom prst="rect">
            <a:avLst/>
          </a:prstGeom>
          <a:solidFill>
            <a:schemeClr val="bg1"/>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dirty="0">
                <a:latin typeface="+mj-ea"/>
                <a:ea typeface="+mj-ea"/>
              </a:rPr>
              <a:t>マッチング処理時間</a:t>
            </a:r>
            <a:endParaRPr lang="en-US" altLang="ja-JP" sz="1600" baseline="30000" dirty="0">
              <a:latin typeface="+mj-ea"/>
              <a:ea typeface="+mj-ea"/>
            </a:endParaRPr>
          </a:p>
        </p:txBody>
      </p:sp>
      <p:sp>
        <p:nvSpPr>
          <p:cNvPr id="15" name="正方形/長方形 14">
            <a:extLst>
              <a:ext uri="{FF2B5EF4-FFF2-40B4-BE49-F238E27FC236}">
                <a16:creationId xmlns:a16="http://schemas.microsoft.com/office/drawing/2014/main" id="{DD2A27F6-249B-BAA7-A70B-7CEF83EF2066}"/>
              </a:ext>
            </a:extLst>
          </p:cNvPr>
          <p:cNvSpPr/>
          <p:nvPr/>
        </p:nvSpPr>
        <p:spPr>
          <a:xfrm>
            <a:off x="5499444" y="1357303"/>
            <a:ext cx="2761301" cy="378291"/>
          </a:xfrm>
          <a:prstGeom prst="rect">
            <a:avLst/>
          </a:prstGeom>
          <a:solidFill>
            <a:schemeClr val="bg1"/>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dirty="0">
                <a:latin typeface="+mj-ea"/>
                <a:ea typeface="+mj-ea"/>
              </a:rPr>
              <a:t>マッチング処理時間</a:t>
            </a:r>
            <a:endParaRPr lang="en-US" altLang="ja-JP" sz="1600" baseline="30000" dirty="0">
              <a:latin typeface="+mj-ea"/>
              <a:ea typeface="+mj-ea"/>
            </a:endParaRPr>
          </a:p>
        </p:txBody>
      </p:sp>
      <p:sp>
        <p:nvSpPr>
          <p:cNvPr id="23" name="テキスト ボックス 22">
            <a:extLst>
              <a:ext uri="{FF2B5EF4-FFF2-40B4-BE49-F238E27FC236}">
                <a16:creationId xmlns:a16="http://schemas.microsoft.com/office/drawing/2014/main" id="{AD1428C4-5E7F-A19D-A0B0-1B1E249921CA}"/>
              </a:ext>
            </a:extLst>
          </p:cNvPr>
          <p:cNvSpPr txBox="1"/>
          <p:nvPr/>
        </p:nvSpPr>
        <p:spPr>
          <a:xfrm>
            <a:off x="4256683" y="4166761"/>
            <a:ext cx="2485520" cy="369332"/>
          </a:xfrm>
          <a:prstGeom prst="rect">
            <a:avLst/>
          </a:prstGeom>
          <a:noFill/>
        </p:spPr>
        <p:txBody>
          <a:bodyPr wrap="square" rtlCol="0">
            <a:spAutoFit/>
          </a:bodyPr>
          <a:lstStyle/>
          <a:p>
            <a:r>
              <a:rPr lang="ja-JP" altLang="en-US" dirty="0">
                <a:latin typeface="+mj-ea"/>
                <a:ea typeface="+mj-ea"/>
              </a:rPr>
              <a:t>本研究が行った計測</a:t>
            </a:r>
            <a:endParaRPr lang="en-US" dirty="0">
              <a:latin typeface="+mj-ea"/>
              <a:ea typeface="+mj-ea"/>
            </a:endParaRPr>
          </a:p>
        </p:txBody>
      </p:sp>
      <p:cxnSp>
        <p:nvCxnSpPr>
          <p:cNvPr id="21" name="直線矢印コネクタ 20">
            <a:extLst>
              <a:ext uri="{FF2B5EF4-FFF2-40B4-BE49-F238E27FC236}">
                <a16:creationId xmlns:a16="http://schemas.microsoft.com/office/drawing/2014/main" id="{24F1F6D2-2AD1-0525-66E1-B7ED02214720}"/>
              </a:ext>
            </a:extLst>
          </p:cNvPr>
          <p:cNvCxnSpPr>
            <a:cxnSpLocks/>
          </p:cNvCxnSpPr>
          <p:nvPr/>
        </p:nvCxnSpPr>
        <p:spPr>
          <a:xfrm flipH="1" flipV="1">
            <a:off x="3815932" y="4235065"/>
            <a:ext cx="440751" cy="8588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6" name="表 15">
            <a:extLst>
              <a:ext uri="{FF2B5EF4-FFF2-40B4-BE49-F238E27FC236}">
                <a16:creationId xmlns:a16="http://schemas.microsoft.com/office/drawing/2014/main" id="{1437E3B4-7B50-CB59-B2FC-A39F062A6008}"/>
              </a:ext>
            </a:extLst>
          </p:cNvPr>
          <p:cNvGraphicFramePr>
            <a:graphicFrameLocks noGrp="1"/>
          </p:cNvGraphicFramePr>
          <p:nvPr>
            <p:extLst>
              <p:ext uri="{D42A27DB-BD31-4B8C-83A1-F6EECF244321}">
                <p14:modId xmlns:p14="http://schemas.microsoft.com/office/powerpoint/2010/main" val="620374213"/>
              </p:ext>
            </p:extLst>
          </p:nvPr>
        </p:nvGraphicFramePr>
        <p:xfrm>
          <a:off x="5893144" y="5178631"/>
          <a:ext cx="3110648" cy="914400"/>
        </p:xfrm>
        <a:graphic>
          <a:graphicData uri="http://schemas.openxmlformats.org/drawingml/2006/table">
            <a:tbl>
              <a:tblPr firstRow="1" bandRow="1">
                <a:tableStyleId>{5C22544A-7EE6-4342-B048-85BDC9FD1C3A}</a:tableStyleId>
              </a:tblPr>
              <a:tblGrid>
                <a:gridCol w="1555324">
                  <a:extLst>
                    <a:ext uri="{9D8B030D-6E8A-4147-A177-3AD203B41FA5}">
                      <a16:colId xmlns:a16="http://schemas.microsoft.com/office/drawing/2014/main" val="3878080136"/>
                    </a:ext>
                  </a:extLst>
                </a:gridCol>
                <a:gridCol w="1555324">
                  <a:extLst>
                    <a:ext uri="{9D8B030D-6E8A-4147-A177-3AD203B41FA5}">
                      <a16:colId xmlns:a16="http://schemas.microsoft.com/office/drawing/2014/main" val="1708022128"/>
                    </a:ext>
                  </a:extLst>
                </a:gridCol>
              </a:tblGrid>
              <a:tr h="276028">
                <a:tc>
                  <a:txBody>
                    <a:bodyPr/>
                    <a:lstStyle/>
                    <a:p>
                      <a:endParaRPr lang="en-US" sz="1400" b="0">
                        <a:latin typeface="+mj-ea"/>
                        <a:ea typeface="+mj-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0" dirty="0">
                        <a:latin typeface="+mj-ea"/>
                        <a:ea typeface="+mj-ea"/>
                      </a:endParaRP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9751417"/>
                  </a:ext>
                </a:extLst>
              </a:tr>
              <a:tr h="276028">
                <a:tc>
                  <a:txBody>
                    <a:bodyPr/>
                    <a:lstStyle/>
                    <a:p>
                      <a:pPr algn="ctr"/>
                      <a:r>
                        <a:rPr lang="ja-JP" altLang="en-US" sz="1400" b="0" dirty="0">
                          <a:latin typeface="+mj-ea"/>
                          <a:ea typeface="+mj-ea"/>
                        </a:rPr>
                        <a:t>機種名</a:t>
                      </a:r>
                      <a:endParaRPr lang="en-US" sz="1400" b="0" dirty="0">
                        <a:latin typeface="+mj-ea"/>
                        <a:ea typeface="+mj-ea"/>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0" dirty="0"/>
                        <a:t>APS BF2556X-1T </a:t>
                      </a:r>
                      <a:endParaRPr lang="en-US" sz="1400" b="0" dirty="0">
                        <a:latin typeface="+mj-ea"/>
                        <a:ea typeface="+mj-ea"/>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29359208"/>
                  </a:ext>
                </a:extLst>
              </a:tr>
              <a:tr h="276028">
                <a:tc>
                  <a:txBody>
                    <a:bodyPr/>
                    <a:lstStyle/>
                    <a:p>
                      <a:pPr algn="ctr"/>
                      <a:r>
                        <a:rPr lang="en-US" altLang="ja-JP" sz="1400" b="0" dirty="0">
                          <a:latin typeface="+mj-ea"/>
                          <a:ea typeface="+mj-ea"/>
                        </a:rPr>
                        <a:t>ASIC</a:t>
                      </a:r>
                      <a:endParaRPr lang="en-US" sz="1400" b="0" dirty="0">
                        <a:latin typeface="+mj-ea"/>
                        <a:ea typeface="+mj-ea"/>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t>Intel Tofino</a:t>
                      </a:r>
                      <a:endParaRPr lang="en-US" sz="1400" b="0" dirty="0">
                        <a:latin typeface="+mj-ea"/>
                        <a:ea typeface="+mj-ea"/>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9339069"/>
                  </a:ext>
                </a:extLst>
              </a:tr>
            </a:tbl>
          </a:graphicData>
        </a:graphic>
      </p:graphicFrame>
      <p:sp>
        <p:nvSpPr>
          <p:cNvPr id="25" name="四角形: 角を丸くする 24">
            <a:extLst>
              <a:ext uri="{FF2B5EF4-FFF2-40B4-BE49-F238E27FC236}">
                <a16:creationId xmlns:a16="http://schemas.microsoft.com/office/drawing/2014/main" id="{57F421B4-3A7B-4720-0450-F5CF932EEAD4}"/>
              </a:ext>
            </a:extLst>
          </p:cNvPr>
          <p:cNvSpPr/>
          <p:nvPr/>
        </p:nvSpPr>
        <p:spPr>
          <a:xfrm>
            <a:off x="5796064" y="4786739"/>
            <a:ext cx="3279841" cy="1943377"/>
          </a:xfrm>
          <a:prstGeom prst="roundRect">
            <a:avLst>
              <a:gd name="adj" fmla="val 865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テキスト ボックス 21">
            <a:extLst>
              <a:ext uri="{FF2B5EF4-FFF2-40B4-BE49-F238E27FC236}">
                <a16:creationId xmlns:a16="http://schemas.microsoft.com/office/drawing/2014/main" id="{5F3F079E-11ED-468A-72E9-AEE509ACB1CC}"/>
              </a:ext>
            </a:extLst>
          </p:cNvPr>
          <p:cNvSpPr txBox="1"/>
          <p:nvPr/>
        </p:nvSpPr>
        <p:spPr>
          <a:xfrm>
            <a:off x="6623246" y="4644131"/>
            <a:ext cx="1662017" cy="338554"/>
          </a:xfrm>
          <a:prstGeom prst="rect">
            <a:avLst/>
          </a:prstGeom>
          <a:solidFill>
            <a:schemeClr val="bg1"/>
          </a:solidFill>
        </p:spPr>
        <p:txBody>
          <a:bodyPr wrap="square" rtlCol="0">
            <a:spAutoFit/>
          </a:bodyPr>
          <a:lstStyle/>
          <a:p>
            <a:pPr algn="ctr"/>
            <a:r>
              <a:rPr lang="en-US" altLang="ja-JP" sz="1600" dirty="0">
                <a:latin typeface="+mj-ea"/>
                <a:ea typeface="+mj-ea"/>
              </a:rPr>
              <a:t>WBS</a:t>
            </a:r>
            <a:r>
              <a:rPr lang="ja-JP" altLang="en-US" sz="1600" dirty="0">
                <a:latin typeface="+mj-ea"/>
                <a:ea typeface="+mj-ea"/>
              </a:rPr>
              <a:t>の評価環境</a:t>
            </a:r>
            <a:endParaRPr lang="en-US" sz="1600" dirty="0">
              <a:latin typeface="+mj-ea"/>
              <a:ea typeface="+mj-ea"/>
            </a:endParaRPr>
          </a:p>
        </p:txBody>
      </p:sp>
      <p:sp>
        <p:nvSpPr>
          <p:cNvPr id="65" name="テキスト ボックス 64">
            <a:extLst>
              <a:ext uri="{FF2B5EF4-FFF2-40B4-BE49-F238E27FC236}">
                <a16:creationId xmlns:a16="http://schemas.microsoft.com/office/drawing/2014/main" id="{45DE71AE-9BE5-1321-951F-F585F1CB9DDF}"/>
              </a:ext>
            </a:extLst>
          </p:cNvPr>
          <p:cNvSpPr txBox="1"/>
          <p:nvPr/>
        </p:nvSpPr>
        <p:spPr>
          <a:xfrm>
            <a:off x="1947249" y="4638646"/>
            <a:ext cx="1662017" cy="338554"/>
          </a:xfrm>
          <a:prstGeom prst="rect">
            <a:avLst/>
          </a:prstGeom>
          <a:solidFill>
            <a:schemeClr val="bg1"/>
          </a:solidFill>
        </p:spPr>
        <p:txBody>
          <a:bodyPr wrap="square" rtlCol="0">
            <a:spAutoFit/>
          </a:bodyPr>
          <a:lstStyle/>
          <a:p>
            <a:r>
              <a:rPr lang="en-US" altLang="ja-JP" sz="1600" dirty="0">
                <a:latin typeface="+mj-ea"/>
                <a:ea typeface="+mj-ea"/>
              </a:rPr>
              <a:t>CNF</a:t>
            </a:r>
            <a:r>
              <a:rPr lang="ja-JP" altLang="en-US" sz="1600" dirty="0">
                <a:latin typeface="+mj-ea"/>
                <a:ea typeface="+mj-ea"/>
              </a:rPr>
              <a:t>の評価環境</a:t>
            </a:r>
            <a:endParaRPr lang="en-US" sz="1600" dirty="0">
              <a:latin typeface="+mj-ea"/>
              <a:ea typeface="+mj-ea"/>
            </a:endParaRPr>
          </a:p>
        </p:txBody>
      </p:sp>
    </p:spTree>
    <p:extLst>
      <p:ext uri="{BB962C8B-B14F-4D97-AF65-F5344CB8AC3E}">
        <p14:creationId xmlns:p14="http://schemas.microsoft.com/office/powerpoint/2010/main" val="3067819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5"/>
                                        </p:tgtEl>
                                      </p:cBhvr>
                                    </p:animEffect>
                                    <p:set>
                                      <p:cBhvr>
                                        <p:cTn id="10" dur="1" fill="hold">
                                          <p:stCondLst>
                                            <p:cond delay="499"/>
                                          </p:stCondLst>
                                        </p:cTn>
                                        <p:tgtEl>
                                          <p:spTgt spid="1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531C0F-70E8-E3C7-0D8D-63CE8BD8E88B}"/>
              </a:ext>
            </a:extLst>
          </p:cNvPr>
          <p:cNvSpPr>
            <a:spLocks noGrp="1"/>
          </p:cNvSpPr>
          <p:nvPr>
            <p:ph type="title"/>
          </p:nvPr>
        </p:nvSpPr>
        <p:spPr/>
        <p:txBody>
          <a:bodyPr/>
          <a:lstStyle/>
          <a:p>
            <a:r>
              <a:rPr lang="ja-JP" altLang="en-US"/>
              <a:t>結果</a:t>
            </a:r>
            <a:endParaRPr lang="en-US"/>
          </a:p>
        </p:txBody>
      </p:sp>
      <p:sp>
        <p:nvSpPr>
          <p:cNvPr id="4" name="スライド番号プレースホルダー 3">
            <a:extLst>
              <a:ext uri="{FF2B5EF4-FFF2-40B4-BE49-F238E27FC236}">
                <a16:creationId xmlns:a16="http://schemas.microsoft.com/office/drawing/2014/main" id="{714C74AD-7B4D-007D-FAC0-A06A270690B7}"/>
              </a:ext>
            </a:extLst>
          </p:cNvPr>
          <p:cNvSpPr>
            <a:spLocks noGrp="1"/>
          </p:cNvSpPr>
          <p:nvPr>
            <p:ph type="sldNum" sz="quarter" idx="12"/>
          </p:nvPr>
        </p:nvSpPr>
        <p:spPr/>
        <p:txBody>
          <a:bodyPr/>
          <a:lstStyle/>
          <a:p>
            <a:fld id="{243EA04C-AED1-46B0-BC3C-C24F4C35F66C}" type="slidenum">
              <a:rPr lang="ja-JP" altLang="en-US" smtClean="0"/>
              <a:pPr/>
              <a:t>9</a:t>
            </a:fld>
            <a:endParaRPr lang="ja-JP" altLang="en-US"/>
          </a:p>
        </p:txBody>
      </p:sp>
      <p:graphicFrame>
        <p:nvGraphicFramePr>
          <p:cNvPr id="6" name="グラフ 5">
            <a:extLst>
              <a:ext uri="{FF2B5EF4-FFF2-40B4-BE49-F238E27FC236}">
                <a16:creationId xmlns:a16="http://schemas.microsoft.com/office/drawing/2014/main" id="{11605861-4BAC-CD42-58C4-394D4D0483EC}"/>
              </a:ext>
            </a:extLst>
          </p:cNvPr>
          <p:cNvGraphicFramePr>
            <a:graphicFrameLocks/>
          </p:cNvGraphicFramePr>
          <p:nvPr>
            <p:extLst>
              <p:ext uri="{D42A27DB-BD31-4B8C-83A1-F6EECF244321}">
                <p14:modId xmlns:p14="http://schemas.microsoft.com/office/powerpoint/2010/main" val="643203507"/>
              </p:ext>
            </p:extLst>
          </p:nvPr>
        </p:nvGraphicFramePr>
        <p:xfrm>
          <a:off x="856349" y="1107759"/>
          <a:ext cx="7596987" cy="3911742"/>
        </p:xfrm>
        <a:graphic>
          <a:graphicData uri="http://schemas.openxmlformats.org/drawingml/2006/chart">
            <c:chart xmlns:c="http://schemas.openxmlformats.org/drawingml/2006/chart" xmlns:r="http://schemas.openxmlformats.org/officeDocument/2006/relationships" r:id="rId3"/>
          </a:graphicData>
        </a:graphic>
      </p:graphicFrame>
      <p:sp>
        <p:nvSpPr>
          <p:cNvPr id="9" name="テキスト ボックス 8">
            <a:extLst>
              <a:ext uri="{FF2B5EF4-FFF2-40B4-BE49-F238E27FC236}">
                <a16:creationId xmlns:a16="http://schemas.microsoft.com/office/drawing/2014/main" id="{5857BE6C-BB2B-E27D-1A82-FA8EC35C8CAC}"/>
              </a:ext>
            </a:extLst>
          </p:cNvPr>
          <p:cNvSpPr txBox="1"/>
          <p:nvPr/>
        </p:nvSpPr>
        <p:spPr>
          <a:xfrm>
            <a:off x="5065852" y="953273"/>
            <a:ext cx="3229962" cy="646331"/>
          </a:xfrm>
          <a:prstGeom prst="rect">
            <a:avLst/>
          </a:prstGeom>
          <a:noFill/>
        </p:spPr>
        <p:txBody>
          <a:bodyPr wrap="square" rtlCol="0">
            <a:spAutoFit/>
          </a:bodyPr>
          <a:lstStyle/>
          <a:p>
            <a:pPr algn="ctr"/>
            <a:r>
              <a:rPr lang="en-US" altLang="ja-JP" dirty="0">
                <a:latin typeface="+mj-ea"/>
                <a:ea typeface="+mj-ea"/>
              </a:rPr>
              <a:t>CNF</a:t>
            </a:r>
            <a:r>
              <a:rPr lang="ja-JP" altLang="en-US" dirty="0">
                <a:latin typeface="+mj-ea"/>
                <a:ea typeface="+mj-ea"/>
              </a:rPr>
              <a:t>における処理時間</a:t>
            </a:r>
            <a:endParaRPr lang="en-US" altLang="ja-JP" dirty="0">
              <a:latin typeface="+mj-ea"/>
              <a:ea typeface="+mj-ea"/>
            </a:endParaRPr>
          </a:p>
          <a:p>
            <a:pPr algn="ctr"/>
            <a:r>
              <a:rPr lang="en-US" altLang="ja-JP" dirty="0">
                <a:latin typeface="+mj-ea"/>
                <a:ea typeface="+mj-ea"/>
              </a:rPr>
              <a:t>(</a:t>
            </a:r>
            <a:r>
              <a:rPr lang="ja-JP" altLang="en-US" dirty="0">
                <a:latin typeface="+mj-ea"/>
                <a:ea typeface="+mj-ea"/>
              </a:rPr>
              <a:t>従来アーキテクチャ</a:t>
            </a:r>
            <a:r>
              <a:rPr lang="en-US" altLang="ja-JP" dirty="0">
                <a:latin typeface="+mj-ea"/>
                <a:ea typeface="+mj-ea"/>
              </a:rPr>
              <a:t>)</a:t>
            </a:r>
            <a:endParaRPr lang="en-US" dirty="0">
              <a:latin typeface="+mj-ea"/>
              <a:ea typeface="+mj-ea"/>
            </a:endParaRPr>
          </a:p>
        </p:txBody>
      </p:sp>
      <p:sp>
        <p:nvSpPr>
          <p:cNvPr id="10" name="テキスト ボックス 9">
            <a:extLst>
              <a:ext uri="{FF2B5EF4-FFF2-40B4-BE49-F238E27FC236}">
                <a16:creationId xmlns:a16="http://schemas.microsoft.com/office/drawing/2014/main" id="{AF9D911C-BB37-B5C7-1070-9723A7F4AC46}"/>
              </a:ext>
            </a:extLst>
          </p:cNvPr>
          <p:cNvSpPr txBox="1"/>
          <p:nvPr/>
        </p:nvSpPr>
        <p:spPr>
          <a:xfrm>
            <a:off x="5595787" y="2999566"/>
            <a:ext cx="3229962" cy="646331"/>
          </a:xfrm>
          <a:prstGeom prst="rect">
            <a:avLst/>
          </a:prstGeom>
          <a:noFill/>
        </p:spPr>
        <p:txBody>
          <a:bodyPr wrap="square" rtlCol="0">
            <a:spAutoFit/>
          </a:bodyPr>
          <a:lstStyle/>
          <a:p>
            <a:pPr algn="ctr"/>
            <a:r>
              <a:rPr lang="en-US" altLang="ja-JP" dirty="0">
                <a:latin typeface="+mj-ea"/>
                <a:ea typeface="+mj-ea"/>
              </a:rPr>
              <a:t>WBS</a:t>
            </a:r>
            <a:r>
              <a:rPr lang="ja-JP" altLang="en-US" dirty="0">
                <a:latin typeface="+mj-ea"/>
                <a:ea typeface="+mj-ea"/>
              </a:rPr>
              <a:t>における処理時間</a:t>
            </a:r>
            <a:r>
              <a:rPr lang="en-US" altLang="ja-JP" b="1" baseline="30000" dirty="0"/>
              <a:t>†</a:t>
            </a:r>
            <a:endParaRPr lang="en-US" altLang="ja-JP" dirty="0">
              <a:latin typeface="+mj-ea"/>
              <a:ea typeface="+mj-ea"/>
            </a:endParaRPr>
          </a:p>
          <a:p>
            <a:pPr algn="ctr"/>
            <a:r>
              <a:rPr lang="en-US" altLang="ja-JP" dirty="0">
                <a:latin typeface="+mj-ea"/>
                <a:ea typeface="+mj-ea"/>
              </a:rPr>
              <a:t>(</a:t>
            </a:r>
            <a:r>
              <a:rPr lang="ja-JP" altLang="en-US" dirty="0">
                <a:latin typeface="+mj-ea"/>
                <a:ea typeface="+mj-ea"/>
              </a:rPr>
              <a:t>提案アーキテクチャ</a:t>
            </a:r>
            <a:r>
              <a:rPr lang="en-US" altLang="ja-JP" dirty="0">
                <a:latin typeface="+mj-ea"/>
                <a:ea typeface="+mj-ea"/>
              </a:rPr>
              <a:t>)</a:t>
            </a:r>
            <a:endParaRPr lang="en-US" dirty="0">
              <a:latin typeface="+mj-ea"/>
              <a:ea typeface="+mj-ea"/>
            </a:endParaRPr>
          </a:p>
        </p:txBody>
      </p:sp>
      <p:cxnSp>
        <p:nvCxnSpPr>
          <p:cNvPr id="7" name="コネクタ: カギ線 6">
            <a:extLst>
              <a:ext uri="{FF2B5EF4-FFF2-40B4-BE49-F238E27FC236}">
                <a16:creationId xmlns:a16="http://schemas.microsoft.com/office/drawing/2014/main" id="{039AE813-38C9-A282-3438-52A474249579}"/>
              </a:ext>
            </a:extLst>
          </p:cNvPr>
          <p:cNvCxnSpPr>
            <a:cxnSpLocks/>
            <a:stCxn id="10" idx="1"/>
          </p:cNvCxnSpPr>
          <p:nvPr/>
        </p:nvCxnSpPr>
        <p:spPr>
          <a:xfrm rot="10800000" flipV="1">
            <a:off x="5273583" y="3322731"/>
            <a:ext cx="322204" cy="456641"/>
          </a:xfrm>
          <a:prstGeom prst="bentConnector2">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矢印: 左 10">
            <a:extLst>
              <a:ext uri="{FF2B5EF4-FFF2-40B4-BE49-F238E27FC236}">
                <a16:creationId xmlns:a16="http://schemas.microsoft.com/office/drawing/2014/main" id="{62BAE3A5-920B-FF64-1782-32231D89E349}"/>
              </a:ext>
            </a:extLst>
          </p:cNvPr>
          <p:cNvSpPr/>
          <p:nvPr/>
        </p:nvSpPr>
        <p:spPr>
          <a:xfrm rot="16200000">
            <a:off x="-896490" y="2331173"/>
            <a:ext cx="3305945" cy="798193"/>
          </a:xfrm>
          <a:prstGeom prst="leftArrow">
            <a:avLst>
              <a:gd name="adj1" fmla="val 50000"/>
              <a:gd name="adj2" fmla="val 103623"/>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better</a:t>
            </a:r>
          </a:p>
        </p:txBody>
      </p:sp>
      <p:sp>
        <p:nvSpPr>
          <p:cNvPr id="13" name="テキスト ボックス 12">
            <a:extLst>
              <a:ext uri="{FF2B5EF4-FFF2-40B4-BE49-F238E27FC236}">
                <a16:creationId xmlns:a16="http://schemas.microsoft.com/office/drawing/2014/main" id="{4DFAF693-3B4F-7DA0-12F7-E1991C9D4230}"/>
              </a:ext>
            </a:extLst>
          </p:cNvPr>
          <p:cNvSpPr txBox="1"/>
          <p:nvPr/>
        </p:nvSpPr>
        <p:spPr>
          <a:xfrm>
            <a:off x="1122935" y="3640873"/>
            <a:ext cx="1033587" cy="276999"/>
          </a:xfrm>
          <a:prstGeom prst="rect">
            <a:avLst/>
          </a:prstGeom>
          <a:noFill/>
        </p:spPr>
        <p:txBody>
          <a:bodyPr wrap="square">
            <a:spAutoFit/>
          </a:bodyPr>
          <a:lstStyle/>
          <a:p>
            <a:pPr algn="ctr"/>
            <a:r>
              <a:rPr lang="en-US" altLang="ja-JP" sz="1200" b="1" dirty="0">
                <a:latin typeface="+mj-ea"/>
                <a:ea typeface="+mj-ea"/>
              </a:rPr>
              <a:t>280</a:t>
            </a:r>
            <a:endParaRPr lang="en-US" sz="1400" b="1" dirty="0">
              <a:latin typeface="+mj-ea"/>
              <a:ea typeface="+mj-ea"/>
            </a:endParaRPr>
          </a:p>
        </p:txBody>
      </p:sp>
      <p:sp>
        <p:nvSpPr>
          <p:cNvPr id="12" name="テキスト ボックス 11">
            <a:extLst>
              <a:ext uri="{FF2B5EF4-FFF2-40B4-BE49-F238E27FC236}">
                <a16:creationId xmlns:a16="http://schemas.microsoft.com/office/drawing/2014/main" id="{E6E33765-7020-5BC0-2A37-36D1EA717D1A}"/>
              </a:ext>
            </a:extLst>
          </p:cNvPr>
          <p:cNvSpPr txBox="1"/>
          <p:nvPr/>
        </p:nvSpPr>
        <p:spPr>
          <a:xfrm>
            <a:off x="198295" y="6334780"/>
            <a:ext cx="8934098" cy="523220"/>
          </a:xfrm>
          <a:prstGeom prst="rect">
            <a:avLst/>
          </a:prstGeom>
          <a:noFill/>
        </p:spPr>
        <p:txBody>
          <a:bodyPr wrap="square">
            <a:spAutoFit/>
          </a:bodyPr>
          <a:lstStyle/>
          <a:p>
            <a:r>
              <a:rPr lang="en-US" altLang="ja-JP" sz="1400" b="1" dirty="0"/>
              <a:t>† </a:t>
            </a:r>
            <a:r>
              <a:rPr lang="en-US" sz="1400" dirty="0"/>
              <a:t>David Franco, et al., “A comprehensive latency profiling study of the Tofino P4 programmable ASIC-based hardware,” </a:t>
            </a:r>
            <a:r>
              <a:rPr lang="en-US" sz="1400" i="1" dirty="0"/>
              <a:t>Computer Communications,</a:t>
            </a:r>
            <a:r>
              <a:rPr lang="en-US" sz="1400" dirty="0"/>
              <a:t> March 2024.</a:t>
            </a:r>
          </a:p>
        </p:txBody>
      </p:sp>
      <p:grpSp>
        <p:nvGrpSpPr>
          <p:cNvPr id="27" name="グループ化 26">
            <a:extLst>
              <a:ext uri="{FF2B5EF4-FFF2-40B4-BE49-F238E27FC236}">
                <a16:creationId xmlns:a16="http://schemas.microsoft.com/office/drawing/2014/main" id="{D4ADAFC8-157C-06D3-1229-947B5D8E0975}"/>
              </a:ext>
            </a:extLst>
          </p:cNvPr>
          <p:cNvGrpSpPr/>
          <p:nvPr/>
        </p:nvGrpSpPr>
        <p:grpSpPr>
          <a:xfrm>
            <a:off x="1815666" y="908796"/>
            <a:ext cx="2773857" cy="1784584"/>
            <a:chOff x="2154346" y="1042928"/>
            <a:chExt cx="2773857" cy="1784584"/>
          </a:xfrm>
        </p:grpSpPr>
        <p:grpSp>
          <p:nvGrpSpPr>
            <p:cNvPr id="26" name="グループ化 25">
              <a:extLst>
                <a:ext uri="{FF2B5EF4-FFF2-40B4-BE49-F238E27FC236}">
                  <a16:creationId xmlns:a16="http://schemas.microsoft.com/office/drawing/2014/main" id="{62AA7151-BB52-43F1-6113-778D89403B46}"/>
                </a:ext>
              </a:extLst>
            </p:cNvPr>
            <p:cNvGrpSpPr/>
            <p:nvPr/>
          </p:nvGrpSpPr>
          <p:grpSpPr>
            <a:xfrm>
              <a:off x="2154346" y="1042928"/>
              <a:ext cx="2773857" cy="1784584"/>
              <a:chOff x="2154346" y="1042928"/>
              <a:chExt cx="2773857" cy="1784584"/>
            </a:xfrm>
          </p:grpSpPr>
          <p:sp>
            <p:nvSpPr>
              <p:cNvPr id="15" name="正方形/長方形 14">
                <a:extLst>
                  <a:ext uri="{FF2B5EF4-FFF2-40B4-BE49-F238E27FC236}">
                    <a16:creationId xmlns:a16="http://schemas.microsoft.com/office/drawing/2014/main" id="{38626E6D-24CA-474E-8730-94F4E9AB3B5C}"/>
                  </a:ext>
                </a:extLst>
              </p:cNvPr>
              <p:cNvSpPr/>
              <p:nvPr/>
            </p:nvSpPr>
            <p:spPr>
              <a:xfrm>
                <a:off x="2233764" y="1069603"/>
                <a:ext cx="2694439" cy="175790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グラフ 15">
                <a:extLst>
                  <a:ext uri="{FF2B5EF4-FFF2-40B4-BE49-F238E27FC236}">
                    <a16:creationId xmlns:a16="http://schemas.microsoft.com/office/drawing/2014/main" id="{19E15FA9-195B-5849-8DB9-DE98C57BF837}"/>
                  </a:ext>
                </a:extLst>
              </p:cNvPr>
              <p:cNvGraphicFramePr>
                <a:graphicFrameLocks/>
              </p:cNvGraphicFramePr>
              <p:nvPr>
                <p:extLst>
                  <p:ext uri="{D42A27DB-BD31-4B8C-83A1-F6EECF244321}">
                    <p14:modId xmlns:p14="http://schemas.microsoft.com/office/powerpoint/2010/main" val="1488601032"/>
                  </p:ext>
                </p:extLst>
              </p:nvPr>
            </p:nvGraphicFramePr>
            <p:xfrm>
              <a:off x="2154346" y="1042928"/>
              <a:ext cx="2694439" cy="1757909"/>
            </p:xfrm>
            <a:graphic>
              <a:graphicData uri="http://schemas.openxmlformats.org/drawingml/2006/chart">
                <c:chart xmlns:c="http://schemas.openxmlformats.org/drawingml/2006/chart" xmlns:r="http://schemas.openxmlformats.org/officeDocument/2006/relationships" r:id="rId4"/>
              </a:graphicData>
            </a:graphic>
          </p:graphicFrame>
        </p:grpSp>
        <p:cxnSp>
          <p:nvCxnSpPr>
            <p:cNvPr id="18" name="直線コネクタ 17">
              <a:extLst>
                <a:ext uri="{FF2B5EF4-FFF2-40B4-BE49-F238E27FC236}">
                  <a16:creationId xmlns:a16="http://schemas.microsoft.com/office/drawing/2014/main" id="{9DA782FE-0F8F-8C1A-FA8E-23B18CA91A30}"/>
                </a:ext>
              </a:extLst>
            </p:cNvPr>
            <p:cNvCxnSpPr>
              <a:cxnSpLocks/>
            </p:cNvCxnSpPr>
            <p:nvPr/>
          </p:nvCxnSpPr>
          <p:spPr>
            <a:xfrm>
              <a:off x="2819400" y="1292860"/>
              <a:ext cx="1795780" cy="0"/>
            </a:xfrm>
            <a:prstGeom prst="line">
              <a:avLst/>
            </a:prstGeom>
            <a:ln w="38100">
              <a:solidFill>
                <a:srgbClr val="FF0000"/>
              </a:solidFill>
              <a:prstDash val="dash"/>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8" name="正方形/長方形 27">
            <a:extLst>
              <a:ext uri="{FF2B5EF4-FFF2-40B4-BE49-F238E27FC236}">
                <a16:creationId xmlns:a16="http://schemas.microsoft.com/office/drawing/2014/main" id="{A243F83D-0C5A-0A81-8A92-FC2831F0637C}"/>
              </a:ext>
            </a:extLst>
          </p:cNvPr>
          <p:cNvSpPr/>
          <p:nvPr/>
        </p:nvSpPr>
        <p:spPr>
          <a:xfrm>
            <a:off x="2183480" y="3675353"/>
            <a:ext cx="552100" cy="45664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四角形: 角を丸くする 38">
            <a:extLst>
              <a:ext uri="{FF2B5EF4-FFF2-40B4-BE49-F238E27FC236}">
                <a16:creationId xmlns:a16="http://schemas.microsoft.com/office/drawing/2014/main" id="{09C130B9-D8A5-932E-EB89-5B937E24235B}"/>
              </a:ext>
            </a:extLst>
          </p:cNvPr>
          <p:cNvSpPr/>
          <p:nvPr/>
        </p:nvSpPr>
        <p:spPr>
          <a:xfrm>
            <a:off x="711170" y="5685810"/>
            <a:ext cx="8005330" cy="615511"/>
          </a:xfrm>
          <a:prstGeom prst="roundRect">
            <a:avLst/>
          </a:prstGeom>
          <a:solidFill>
            <a:schemeClr val="bg1"/>
          </a:solidFill>
          <a:ln w="38100">
            <a:solidFill>
              <a:schemeClr val="bg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b="1" dirty="0">
                <a:latin typeface="+mj-ea"/>
                <a:ea typeface="+mj-ea"/>
              </a:rPr>
              <a:t>優先度の高い</a:t>
            </a:r>
            <a:r>
              <a:rPr lang="en-US" altLang="ja-JP" b="1" dirty="0">
                <a:latin typeface="+mj-ea"/>
                <a:ea typeface="+mj-ea"/>
              </a:rPr>
              <a:t>64</a:t>
            </a:r>
            <a:r>
              <a:rPr lang="ja-JP" altLang="en-US" b="1" dirty="0">
                <a:latin typeface="+mj-ea"/>
                <a:ea typeface="+mj-ea"/>
              </a:rPr>
              <a:t>エントリを</a:t>
            </a:r>
            <a:r>
              <a:rPr lang="en-US" altLang="ja-JP" b="1" dirty="0">
                <a:latin typeface="+mj-ea"/>
                <a:ea typeface="+mj-ea"/>
              </a:rPr>
              <a:t>CNF</a:t>
            </a:r>
            <a:r>
              <a:rPr lang="ja-JP" altLang="en-US" b="1" dirty="0">
                <a:latin typeface="+mj-ea"/>
                <a:ea typeface="+mj-ea"/>
              </a:rPr>
              <a:t>に残すことで高速化を図る</a:t>
            </a:r>
            <a:endParaRPr lang="en-US" altLang="ja-JP" b="1" dirty="0">
              <a:latin typeface="+mj-ea"/>
              <a:ea typeface="+mj-ea"/>
            </a:endParaRPr>
          </a:p>
        </p:txBody>
      </p:sp>
      <p:grpSp>
        <p:nvGrpSpPr>
          <p:cNvPr id="3" name="グループ化 2">
            <a:extLst>
              <a:ext uri="{FF2B5EF4-FFF2-40B4-BE49-F238E27FC236}">
                <a16:creationId xmlns:a16="http://schemas.microsoft.com/office/drawing/2014/main" id="{DAE398CC-E1DD-F5BA-A9CA-4373B65FF2D8}"/>
              </a:ext>
            </a:extLst>
          </p:cNvPr>
          <p:cNvGrpSpPr/>
          <p:nvPr/>
        </p:nvGrpSpPr>
        <p:grpSpPr>
          <a:xfrm>
            <a:off x="711170" y="4774090"/>
            <a:ext cx="8005330" cy="763615"/>
            <a:chOff x="848521" y="4188189"/>
            <a:chExt cx="7646847" cy="952127"/>
          </a:xfrm>
        </p:grpSpPr>
        <p:sp>
          <p:nvSpPr>
            <p:cNvPr id="5" name="四角形: 角を丸くする 4">
              <a:extLst>
                <a:ext uri="{FF2B5EF4-FFF2-40B4-BE49-F238E27FC236}">
                  <a16:creationId xmlns:a16="http://schemas.microsoft.com/office/drawing/2014/main" id="{B0D0B385-3726-6B8A-29C0-B3409912E0CB}"/>
                </a:ext>
              </a:extLst>
            </p:cNvPr>
            <p:cNvSpPr/>
            <p:nvPr/>
          </p:nvSpPr>
          <p:spPr>
            <a:xfrm>
              <a:off x="848521" y="4372855"/>
              <a:ext cx="7646847" cy="767461"/>
            </a:xfrm>
            <a:prstGeom prst="roundRect">
              <a:avLst/>
            </a:prstGeom>
            <a:solidFill>
              <a:schemeClr val="bg1"/>
            </a:solidFill>
            <a:ln w="381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r>
                <a:rPr lang="ja-JP" altLang="en-US" b="1" dirty="0">
                  <a:latin typeface="+mj-ea"/>
                  <a:ea typeface="+mj-ea"/>
                </a:rPr>
                <a:t>・</a:t>
              </a:r>
              <a:r>
                <a:rPr lang="en-US" altLang="ja-JP" b="1" dirty="0">
                  <a:latin typeface="+mj-ea"/>
                  <a:ea typeface="+mj-ea"/>
                </a:rPr>
                <a:t>64</a:t>
              </a:r>
              <a:r>
                <a:rPr lang="ja-JP" altLang="en-US" b="1" dirty="0">
                  <a:latin typeface="+mj-ea"/>
                  <a:ea typeface="+mj-ea"/>
                </a:rPr>
                <a:t>エントリ以降、提案手法の方が有利である</a:t>
              </a:r>
              <a:endParaRPr lang="en-US" altLang="ja-JP" b="1" dirty="0">
                <a:latin typeface="+mj-ea"/>
                <a:ea typeface="+mj-ea"/>
              </a:endParaRPr>
            </a:p>
          </p:txBody>
        </p:sp>
        <p:sp>
          <p:nvSpPr>
            <p:cNvPr id="8" name="テキスト ボックス 7">
              <a:extLst>
                <a:ext uri="{FF2B5EF4-FFF2-40B4-BE49-F238E27FC236}">
                  <a16:creationId xmlns:a16="http://schemas.microsoft.com/office/drawing/2014/main" id="{EC30287A-3DBA-D2DB-5879-2E888F8B64D3}"/>
                </a:ext>
              </a:extLst>
            </p:cNvPr>
            <p:cNvSpPr txBox="1"/>
            <p:nvPr/>
          </p:nvSpPr>
          <p:spPr>
            <a:xfrm>
              <a:off x="1433762" y="4188189"/>
              <a:ext cx="643690" cy="369332"/>
            </a:xfrm>
            <a:prstGeom prst="rect">
              <a:avLst/>
            </a:prstGeom>
            <a:solidFill>
              <a:schemeClr val="bg1"/>
            </a:solidFill>
          </p:spPr>
          <p:txBody>
            <a:bodyPr wrap="square">
              <a:spAutoFit/>
            </a:bodyPr>
            <a:lstStyle/>
            <a:p>
              <a:r>
                <a:rPr lang="ja-JP" altLang="en-US" b="1">
                  <a:latin typeface="+mj-ea"/>
                  <a:ea typeface="+mj-ea"/>
                </a:rPr>
                <a:t>結果</a:t>
              </a:r>
              <a:endParaRPr lang="en-US"/>
            </a:p>
          </p:txBody>
        </p:sp>
      </p:grpSp>
      <p:sp>
        <p:nvSpPr>
          <p:cNvPr id="24" name="フリーフォーム: 図形 23">
            <a:extLst>
              <a:ext uri="{FF2B5EF4-FFF2-40B4-BE49-F238E27FC236}">
                <a16:creationId xmlns:a16="http://schemas.microsoft.com/office/drawing/2014/main" id="{EBC1E0E8-17B5-C665-14DC-D944FD095941}"/>
              </a:ext>
            </a:extLst>
          </p:cNvPr>
          <p:cNvSpPr/>
          <p:nvPr/>
        </p:nvSpPr>
        <p:spPr>
          <a:xfrm>
            <a:off x="1905244" y="2684775"/>
            <a:ext cx="2676916" cy="981456"/>
          </a:xfrm>
          <a:custGeom>
            <a:avLst/>
            <a:gdLst>
              <a:gd name="csX0" fmla="*/ 0 w 2688336"/>
              <a:gd name="csY0" fmla="*/ 12192 h 981456"/>
              <a:gd name="csX1" fmla="*/ 292608 w 2688336"/>
              <a:gd name="csY1" fmla="*/ 981456 h 981456"/>
              <a:gd name="csX2" fmla="*/ 835152 w 2688336"/>
              <a:gd name="csY2" fmla="*/ 981456 h 981456"/>
              <a:gd name="csX3" fmla="*/ 2688336 w 2688336"/>
              <a:gd name="csY3" fmla="*/ 0 h 981456"/>
              <a:gd name="csX4" fmla="*/ 0 w 2688336"/>
              <a:gd name="csY4" fmla="*/ 12192 h 981456"/>
            </a:gdLst>
            <a:ahLst/>
            <a:cxnLst>
              <a:cxn ang="0">
                <a:pos x="csX0" y="csY0"/>
              </a:cxn>
              <a:cxn ang="0">
                <a:pos x="csX1" y="csY1"/>
              </a:cxn>
              <a:cxn ang="0">
                <a:pos x="csX2" y="csY2"/>
              </a:cxn>
              <a:cxn ang="0">
                <a:pos x="csX3" y="csY3"/>
              </a:cxn>
              <a:cxn ang="0">
                <a:pos x="csX4" y="csY4"/>
              </a:cxn>
            </a:cxnLst>
            <a:rect l="l" t="t" r="r" b="b"/>
            <a:pathLst>
              <a:path w="2688336" h="981456">
                <a:moveTo>
                  <a:pt x="0" y="12192"/>
                </a:moveTo>
                <a:lnTo>
                  <a:pt x="292608" y="981456"/>
                </a:lnTo>
                <a:lnTo>
                  <a:pt x="835152" y="981456"/>
                </a:lnTo>
                <a:lnTo>
                  <a:pt x="2688336" y="0"/>
                </a:lnTo>
                <a:lnTo>
                  <a:pt x="0" y="12192"/>
                </a:lnTo>
                <a:close/>
              </a:path>
            </a:pathLst>
          </a:cu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コネクタ: カギ線 13">
            <a:extLst>
              <a:ext uri="{FF2B5EF4-FFF2-40B4-BE49-F238E27FC236}">
                <a16:creationId xmlns:a16="http://schemas.microsoft.com/office/drawing/2014/main" id="{0D7D1A36-4D2A-8F70-AAE1-5CFA08B0072E}"/>
              </a:ext>
            </a:extLst>
          </p:cNvPr>
          <p:cNvCxnSpPr>
            <a:cxnSpLocks/>
          </p:cNvCxnSpPr>
          <p:nvPr/>
        </p:nvCxnSpPr>
        <p:spPr>
          <a:xfrm>
            <a:off x="922020" y="5685809"/>
            <a:ext cx="687705" cy="307756"/>
          </a:xfrm>
          <a:prstGeom prst="bentConnector3">
            <a:avLst>
              <a:gd name="adj1" fmla="val -2909"/>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792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0A9254-A939-E488-EB4D-BA26803090E1}"/>
              </a:ext>
            </a:extLst>
          </p:cNvPr>
          <p:cNvSpPr>
            <a:spLocks noGrp="1"/>
          </p:cNvSpPr>
          <p:nvPr>
            <p:ph type="title"/>
          </p:nvPr>
        </p:nvSpPr>
        <p:spPr>
          <a:xfrm>
            <a:off x="0" y="100541"/>
            <a:ext cx="9144000" cy="809680"/>
          </a:xfrm>
        </p:spPr>
        <p:txBody>
          <a:bodyPr/>
          <a:lstStyle/>
          <a:p>
            <a:r>
              <a:rPr lang="ja-JP" altLang="en-US" dirty="0"/>
              <a:t>まとめと今後の課題</a:t>
            </a:r>
            <a:endParaRPr lang="en-US" dirty="0"/>
          </a:p>
        </p:txBody>
      </p:sp>
      <p:sp>
        <p:nvSpPr>
          <p:cNvPr id="3" name="コンテンツ プレースホルダー 2">
            <a:extLst>
              <a:ext uri="{FF2B5EF4-FFF2-40B4-BE49-F238E27FC236}">
                <a16:creationId xmlns:a16="http://schemas.microsoft.com/office/drawing/2014/main" id="{3655E758-CA72-FCD3-AC52-47258B6A6CC9}"/>
              </a:ext>
            </a:extLst>
          </p:cNvPr>
          <p:cNvSpPr>
            <a:spLocks noGrp="1"/>
          </p:cNvSpPr>
          <p:nvPr>
            <p:ph idx="1"/>
          </p:nvPr>
        </p:nvSpPr>
        <p:spPr/>
        <p:txBody>
          <a:bodyPr/>
          <a:lstStyle/>
          <a:p>
            <a:r>
              <a:rPr lang="ja-JP" altLang="en-US" b="1" dirty="0"/>
              <a:t>課題</a:t>
            </a:r>
            <a:endParaRPr lang="en-US" altLang="ja-JP" b="1" dirty="0"/>
          </a:p>
          <a:p>
            <a:pPr lvl="1"/>
            <a:r>
              <a:rPr lang="en-US" altLang="ja-JP" dirty="0"/>
              <a:t>CNF</a:t>
            </a:r>
            <a:r>
              <a:rPr lang="ja-JP" altLang="en-US" dirty="0"/>
              <a:t>のテーブルマッチング処理に伴う性能低下</a:t>
            </a:r>
            <a:endParaRPr lang="en-US" altLang="ja-JP" dirty="0"/>
          </a:p>
          <a:p>
            <a:pPr marL="397800" lvl="1" indent="0">
              <a:buNone/>
            </a:pPr>
            <a:endParaRPr lang="en-US" altLang="ja-JP" dirty="0"/>
          </a:p>
          <a:p>
            <a:r>
              <a:rPr lang="ja-JP" altLang="en-US" b="1" dirty="0"/>
              <a:t>提案</a:t>
            </a:r>
            <a:endParaRPr lang="en-US" altLang="ja-JP" b="1" dirty="0"/>
          </a:p>
          <a:p>
            <a:pPr lvl="1"/>
            <a:r>
              <a:rPr lang="en-US" altLang="ja-JP" dirty="0">
                <a:latin typeface="+mj-ea"/>
              </a:rPr>
              <a:t>CNF</a:t>
            </a:r>
            <a:r>
              <a:rPr lang="ja-JP" altLang="en-US" dirty="0">
                <a:latin typeface="+mj-ea"/>
              </a:rPr>
              <a:t>主体による</a:t>
            </a:r>
            <a:r>
              <a:rPr lang="en-US" altLang="ja-JP" dirty="0">
                <a:latin typeface="+mj-ea"/>
              </a:rPr>
              <a:t>WBS</a:t>
            </a:r>
            <a:r>
              <a:rPr lang="ja-JP" altLang="en-US" dirty="0">
                <a:latin typeface="+mj-ea"/>
              </a:rPr>
              <a:t>との動的な協調アーキテクチャ</a:t>
            </a:r>
            <a:endParaRPr lang="en-US" altLang="ja-JP" dirty="0">
              <a:latin typeface="+mj-ea"/>
            </a:endParaRPr>
          </a:p>
          <a:p>
            <a:pPr marL="397800" lvl="1" indent="0">
              <a:buNone/>
            </a:pPr>
            <a:endParaRPr lang="en-US" altLang="ja-JP" dirty="0"/>
          </a:p>
          <a:p>
            <a:r>
              <a:rPr lang="ja-JP" altLang="en-US" b="1" dirty="0"/>
              <a:t>今後の課題</a:t>
            </a:r>
            <a:endParaRPr lang="en-US" altLang="ja-JP" b="1" dirty="0"/>
          </a:p>
          <a:p>
            <a:pPr lvl="1"/>
            <a:r>
              <a:rPr lang="ja-JP" altLang="en-US" dirty="0"/>
              <a:t>高頻度な</a:t>
            </a:r>
            <a:r>
              <a:rPr lang="en-US" altLang="ja-JP" dirty="0"/>
              <a:t>64</a:t>
            </a:r>
            <a:r>
              <a:rPr lang="ja-JP" altLang="en-US" dirty="0"/>
              <a:t>エントリの</a:t>
            </a:r>
            <a:r>
              <a:rPr lang="en-US" altLang="ja-JP" dirty="0"/>
              <a:t>CNF</a:t>
            </a:r>
            <a:r>
              <a:rPr lang="ja-JP" altLang="en-US" dirty="0"/>
              <a:t>配置による</a:t>
            </a:r>
            <a:br>
              <a:rPr lang="en-US" altLang="ja-JP" dirty="0"/>
            </a:br>
            <a:r>
              <a:rPr lang="ja-JP" altLang="en-US" dirty="0"/>
              <a:t>処理の高速化を検討</a:t>
            </a:r>
            <a:endParaRPr lang="en-US" altLang="ja-JP" dirty="0"/>
          </a:p>
          <a:p>
            <a:pPr lvl="1"/>
            <a:r>
              <a:rPr lang="en-US" altLang="ja-JP" dirty="0"/>
              <a:t>CNF-WBS</a:t>
            </a:r>
            <a:r>
              <a:rPr lang="ja-JP" altLang="en-US" dirty="0"/>
              <a:t>間でのメッセージ体系の設計</a:t>
            </a:r>
            <a:endParaRPr lang="en-US" altLang="ja-JP" dirty="0"/>
          </a:p>
        </p:txBody>
      </p:sp>
      <p:sp>
        <p:nvSpPr>
          <p:cNvPr id="4" name="スライド番号プレースホルダー 3">
            <a:extLst>
              <a:ext uri="{FF2B5EF4-FFF2-40B4-BE49-F238E27FC236}">
                <a16:creationId xmlns:a16="http://schemas.microsoft.com/office/drawing/2014/main" id="{48E351DC-BD85-EDCF-B9F0-8EBB97CB7055}"/>
              </a:ext>
            </a:extLst>
          </p:cNvPr>
          <p:cNvSpPr>
            <a:spLocks noGrp="1"/>
          </p:cNvSpPr>
          <p:nvPr>
            <p:ph type="sldNum" sz="quarter" idx="12"/>
          </p:nvPr>
        </p:nvSpPr>
        <p:spPr/>
        <p:txBody>
          <a:bodyPr/>
          <a:lstStyle/>
          <a:p>
            <a:fld id="{243EA04C-AED1-46B0-BC3C-C24F4C35F66C}" type="slidenum">
              <a:rPr lang="ja-JP" altLang="en-US" smtClean="0"/>
              <a:pPr/>
              <a:t>10</a:t>
            </a:fld>
            <a:endParaRPr lang="ja-JP" altLang="en-US"/>
          </a:p>
        </p:txBody>
      </p:sp>
      <p:grpSp>
        <p:nvGrpSpPr>
          <p:cNvPr id="5" name="グループ化 4">
            <a:extLst>
              <a:ext uri="{FF2B5EF4-FFF2-40B4-BE49-F238E27FC236}">
                <a16:creationId xmlns:a16="http://schemas.microsoft.com/office/drawing/2014/main" id="{9EAD5925-9D13-12FA-26B3-87CBA34CD2FC}"/>
              </a:ext>
            </a:extLst>
          </p:cNvPr>
          <p:cNvGrpSpPr/>
          <p:nvPr/>
        </p:nvGrpSpPr>
        <p:grpSpPr>
          <a:xfrm>
            <a:off x="5471375" y="3423370"/>
            <a:ext cx="3543300" cy="399934"/>
            <a:chOff x="2928141" y="1874874"/>
            <a:chExt cx="4112941" cy="540948"/>
          </a:xfrm>
        </p:grpSpPr>
        <p:cxnSp>
          <p:nvCxnSpPr>
            <p:cNvPr id="6" name="直線コネクタ 5">
              <a:extLst>
                <a:ext uri="{FF2B5EF4-FFF2-40B4-BE49-F238E27FC236}">
                  <a16:creationId xmlns:a16="http://schemas.microsoft.com/office/drawing/2014/main" id="{0471C04E-5FC6-1999-16FF-AE0AB8A425DE}"/>
                </a:ext>
              </a:extLst>
            </p:cNvPr>
            <p:cNvCxnSpPr>
              <a:cxnSpLocks/>
            </p:cNvCxnSpPr>
            <p:nvPr/>
          </p:nvCxnSpPr>
          <p:spPr>
            <a:xfrm>
              <a:off x="2928141" y="2145348"/>
              <a:ext cx="4112941" cy="0"/>
            </a:xfrm>
            <a:prstGeom prst="line">
              <a:avLst/>
            </a:prstGeom>
            <a:ln w="28575">
              <a:solidFill>
                <a:schemeClr val="tx1"/>
              </a:solidFill>
              <a:tailEnd type="none"/>
            </a:ln>
          </p:spPr>
          <p:style>
            <a:lnRef idx="2">
              <a:schemeClr val="accent1"/>
            </a:lnRef>
            <a:fillRef idx="0">
              <a:schemeClr val="accent1"/>
            </a:fillRef>
            <a:effectRef idx="1">
              <a:schemeClr val="accent1"/>
            </a:effectRef>
            <a:fontRef idx="minor">
              <a:schemeClr val="tx1"/>
            </a:fontRef>
          </p:style>
        </p:cxnSp>
        <p:pic>
          <p:nvPicPr>
            <p:cNvPr id="7" name="Picture 2" descr="ネットワークスイッチイラスト／無料イラストなら「イラストAC」">
              <a:extLst>
                <a:ext uri="{FF2B5EF4-FFF2-40B4-BE49-F238E27FC236}">
                  <a16:creationId xmlns:a16="http://schemas.microsoft.com/office/drawing/2014/main" id="{563E8724-A167-B2C9-9127-4670761302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40714" r="3635" b="40306"/>
            <a:stretch/>
          </p:blipFill>
          <p:spPr bwMode="auto">
            <a:xfrm>
              <a:off x="3592944" y="1874874"/>
              <a:ext cx="2825489" cy="540948"/>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テキスト ボックス 7">
            <a:extLst>
              <a:ext uri="{FF2B5EF4-FFF2-40B4-BE49-F238E27FC236}">
                <a16:creationId xmlns:a16="http://schemas.microsoft.com/office/drawing/2014/main" id="{E2ED91BC-9888-5FC8-7DB4-76D6E38FCAF8}"/>
              </a:ext>
            </a:extLst>
          </p:cNvPr>
          <p:cNvSpPr txBox="1"/>
          <p:nvPr/>
        </p:nvSpPr>
        <p:spPr>
          <a:xfrm>
            <a:off x="6890288" y="3125907"/>
            <a:ext cx="705474" cy="369332"/>
          </a:xfrm>
          <a:prstGeom prst="rect">
            <a:avLst/>
          </a:prstGeom>
          <a:noFill/>
        </p:spPr>
        <p:txBody>
          <a:bodyPr wrap="square">
            <a:spAutoFit/>
          </a:bodyPr>
          <a:lstStyle/>
          <a:p>
            <a:r>
              <a:rPr lang="en-US" b="1" dirty="0"/>
              <a:t>WBS</a:t>
            </a:r>
            <a:endParaRPr lang="en-US" dirty="0"/>
          </a:p>
        </p:txBody>
      </p:sp>
      <p:sp>
        <p:nvSpPr>
          <p:cNvPr id="9" name="吹き出し: 角を丸めた四角形 8">
            <a:extLst>
              <a:ext uri="{FF2B5EF4-FFF2-40B4-BE49-F238E27FC236}">
                <a16:creationId xmlns:a16="http://schemas.microsoft.com/office/drawing/2014/main" id="{779EE827-6412-B9D1-BD1A-9F172A0B16E9}"/>
              </a:ext>
            </a:extLst>
          </p:cNvPr>
          <p:cNvSpPr/>
          <p:nvPr/>
        </p:nvSpPr>
        <p:spPr>
          <a:xfrm>
            <a:off x="5855323" y="3915231"/>
            <a:ext cx="2787015" cy="1040451"/>
          </a:xfrm>
          <a:prstGeom prst="wedgeRoundRectCallout">
            <a:avLst>
              <a:gd name="adj1" fmla="val -13116"/>
              <a:gd name="adj2" fmla="val -65050"/>
              <a:gd name="adj3" fmla="val 16667"/>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正方形/長方形 9">
            <a:extLst>
              <a:ext uri="{FF2B5EF4-FFF2-40B4-BE49-F238E27FC236}">
                <a16:creationId xmlns:a16="http://schemas.microsoft.com/office/drawing/2014/main" id="{48849C77-79F7-4CEE-8DEB-E4267EFF14D0}"/>
              </a:ext>
            </a:extLst>
          </p:cNvPr>
          <p:cNvSpPr/>
          <p:nvPr/>
        </p:nvSpPr>
        <p:spPr>
          <a:xfrm>
            <a:off x="7584658" y="5105325"/>
            <a:ext cx="590721" cy="471386"/>
          </a:xfrm>
          <a:prstGeom prst="rect">
            <a:avLst/>
          </a:prstGeom>
          <a:solidFill>
            <a:schemeClr val="tx2">
              <a:lumMod val="25000"/>
              <a:lumOff val="7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endParaRPr lang="en-US" b="1" dirty="0"/>
          </a:p>
        </p:txBody>
      </p:sp>
      <p:sp>
        <p:nvSpPr>
          <p:cNvPr id="12" name="吹き出し: 角を丸めた四角形 11">
            <a:extLst>
              <a:ext uri="{FF2B5EF4-FFF2-40B4-BE49-F238E27FC236}">
                <a16:creationId xmlns:a16="http://schemas.microsoft.com/office/drawing/2014/main" id="{1446D1AC-FE8A-5F5E-96A1-BA6A90330FBD}"/>
              </a:ext>
            </a:extLst>
          </p:cNvPr>
          <p:cNvSpPr/>
          <p:nvPr/>
        </p:nvSpPr>
        <p:spPr>
          <a:xfrm>
            <a:off x="7341403" y="5661377"/>
            <a:ext cx="1096604" cy="1040451"/>
          </a:xfrm>
          <a:prstGeom prst="wedgeRoundRectCallout">
            <a:avLst>
              <a:gd name="adj1" fmla="val 4358"/>
              <a:gd name="adj2" fmla="val -63127"/>
              <a:gd name="adj3" fmla="val 16667"/>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図 13">
            <a:extLst>
              <a:ext uri="{FF2B5EF4-FFF2-40B4-BE49-F238E27FC236}">
                <a16:creationId xmlns:a16="http://schemas.microsoft.com/office/drawing/2014/main" id="{FA3007AE-5A1E-71D3-F99A-CD62C7A01D21}"/>
              </a:ext>
            </a:extLst>
          </p:cNvPr>
          <p:cNvPicPr>
            <a:picLocks noChangeAspect="1"/>
          </p:cNvPicPr>
          <p:nvPr/>
        </p:nvPicPr>
        <p:blipFill>
          <a:blip r:embed="rId4">
            <a:extLst>
              <a:ext uri="{28A0092B-C50C-407E-A947-70E740481C1C}">
                <a14:useLocalDpi xmlns:a14="http://schemas.microsoft.com/office/drawing/2010/main" val="0"/>
              </a:ext>
            </a:extLst>
          </a:blip>
          <a:srcRect l="33079" b="39412"/>
          <a:stretch>
            <a:fillRect/>
          </a:stretch>
        </p:blipFill>
        <p:spPr>
          <a:xfrm>
            <a:off x="7461599" y="5759892"/>
            <a:ext cx="877855" cy="354219"/>
          </a:xfrm>
          <a:prstGeom prst="rect">
            <a:avLst/>
          </a:prstGeom>
        </p:spPr>
      </p:pic>
      <p:sp>
        <p:nvSpPr>
          <p:cNvPr id="15" name="正方形/長方形 14">
            <a:extLst>
              <a:ext uri="{FF2B5EF4-FFF2-40B4-BE49-F238E27FC236}">
                <a16:creationId xmlns:a16="http://schemas.microsoft.com/office/drawing/2014/main" id="{E70E105E-C7EB-8B2D-E923-6174331038BF}"/>
              </a:ext>
            </a:extLst>
          </p:cNvPr>
          <p:cNvSpPr/>
          <p:nvPr/>
        </p:nvSpPr>
        <p:spPr>
          <a:xfrm>
            <a:off x="6250207" y="5108125"/>
            <a:ext cx="590721" cy="471386"/>
          </a:xfrm>
          <a:prstGeom prst="rect">
            <a:avLst/>
          </a:prstGeom>
          <a:solidFill>
            <a:schemeClr val="tx2">
              <a:lumMod val="10000"/>
              <a:lumOff val="90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endParaRPr lang="en-US" b="1" dirty="0"/>
          </a:p>
        </p:txBody>
      </p:sp>
      <p:sp>
        <p:nvSpPr>
          <p:cNvPr id="18" name="吹き出し: 角を丸めた四角形 17">
            <a:extLst>
              <a:ext uri="{FF2B5EF4-FFF2-40B4-BE49-F238E27FC236}">
                <a16:creationId xmlns:a16="http://schemas.microsoft.com/office/drawing/2014/main" id="{03AABCF8-9457-E458-FBD0-355D4B60CE00}"/>
              </a:ext>
            </a:extLst>
          </p:cNvPr>
          <p:cNvSpPr/>
          <p:nvPr/>
        </p:nvSpPr>
        <p:spPr>
          <a:xfrm>
            <a:off x="5997676" y="5664177"/>
            <a:ext cx="1096604" cy="1040451"/>
          </a:xfrm>
          <a:prstGeom prst="wedgeRoundRectCallout">
            <a:avLst>
              <a:gd name="adj1" fmla="val -6204"/>
              <a:gd name="adj2" fmla="val -60783"/>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図 18">
            <a:extLst>
              <a:ext uri="{FF2B5EF4-FFF2-40B4-BE49-F238E27FC236}">
                <a16:creationId xmlns:a16="http://schemas.microsoft.com/office/drawing/2014/main" id="{71F4646C-BED2-E79C-892F-2F03A826D46A}"/>
              </a:ext>
            </a:extLst>
          </p:cNvPr>
          <p:cNvPicPr>
            <a:picLocks noChangeAspect="1"/>
          </p:cNvPicPr>
          <p:nvPr/>
        </p:nvPicPr>
        <p:blipFill>
          <a:blip r:embed="rId4">
            <a:extLst>
              <a:ext uri="{28A0092B-C50C-407E-A947-70E740481C1C}">
                <a14:useLocalDpi xmlns:a14="http://schemas.microsoft.com/office/drawing/2010/main" val="0"/>
              </a:ext>
            </a:extLst>
          </a:blip>
          <a:srcRect l="33079" b="39412"/>
          <a:stretch>
            <a:fillRect/>
          </a:stretch>
        </p:blipFill>
        <p:spPr>
          <a:xfrm>
            <a:off x="6117872" y="5762692"/>
            <a:ext cx="877855" cy="354219"/>
          </a:xfrm>
          <a:prstGeom prst="rect">
            <a:avLst/>
          </a:prstGeom>
        </p:spPr>
      </p:pic>
      <p:sp>
        <p:nvSpPr>
          <p:cNvPr id="20" name="吹き出し: 角を丸めた四角形 19">
            <a:extLst>
              <a:ext uri="{FF2B5EF4-FFF2-40B4-BE49-F238E27FC236}">
                <a16:creationId xmlns:a16="http://schemas.microsoft.com/office/drawing/2014/main" id="{6F68EA7B-06A0-0C62-C221-E75A5F34B197}"/>
              </a:ext>
            </a:extLst>
          </p:cNvPr>
          <p:cNvSpPr/>
          <p:nvPr/>
        </p:nvSpPr>
        <p:spPr>
          <a:xfrm>
            <a:off x="7266985" y="3976605"/>
            <a:ext cx="1096604" cy="920976"/>
          </a:xfrm>
          <a:prstGeom prst="wedgeRoundRectCallout">
            <a:avLst>
              <a:gd name="adj1" fmla="val 14920"/>
              <a:gd name="adj2" fmla="val -29731"/>
              <a:gd name="adj3" fmla="val 16667"/>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吹き出し: 角を丸めた四角形 20">
            <a:extLst>
              <a:ext uri="{FF2B5EF4-FFF2-40B4-BE49-F238E27FC236}">
                <a16:creationId xmlns:a16="http://schemas.microsoft.com/office/drawing/2014/main" id="{5EB0CFBD-DA66-D256-B15E-81D5FE62CD86}"/>
              </a:ext>
            </a:extLst>
          </p:cNvPr>
          <p:cNvSpPr/>
          <p:nvPr/>
        </p:nvSpPr>
        <p:spPr>
          <a:xfrm>
            <a:off x="6089734" y="3969343"/>
            <a:ext cx="1096604" cy="920976"/>
          </a:xfrm>
          <a:prstGeom prst="wedgeRoundRectCallout">
            <a:avLst>
              <a:gd name="adj1" fmla="val 14920"/>
              <a:gd name="adj2" fmla="val -29731"/>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図 22">
            <a:extLst>
              <a:ext uri="{FF2B5EF4-FFF2-40B4-BE49-F238E27FC236}">
                <a16:creationId xmlns:a16="http://schemas.microsoft.com/office/drawing/2014/main" id="{76E32762-E549-3AD8-6A95-5B9C0195ED03}"/>
              </a:ext>
            </a:extLst>
          </p:cNvPr>
          <p:cNvPicPr>
            <a:picLocks noChangeAspect="1"/>
          </p:cNvPicPr>
          <p:nvPr/>
        </p:nvPicPr>
        <p:blipFill>
          <a:blip r:embed="rId4">
            <a:extLst>
              <a:ext uri="{28A0092B-C50C-407E-A947-70E740481C1C}">
                <a14:useLocalDpi xmlns:a14="http://schemas.microsoft.com/office/drawing/2010/main" val="0"/>
              </a:ext>
            </a:extLst>
          </a:blip>
          <a:srcRect l="33079" b="39412"/>
          <a:stretch>
            <a:fillRect/>
          </a:stretch>
        </p:blipFill>
        <p:spPr>
          <a:xfrm>
            <a:off x="6204598" y="4273856"/>
            <a:ext cx="877855" cy="354219"/>
          </a:xfrm>
          <a:prstGeom prst="rect">
            <a:avLst/>
          </a:prstGeom>
        </p:spPr>
      </p:pic>
      <p:pic>
        <p:nvPicPr>
          <p:cNvPr id="22" name="図 21">
            <a:extLst>
              <a:ext uri="{FF2B5EF4-FFF2-40B4-BE49-F238E27FC236}">
                <a16:creationId xmlns:a16="http://schemas.microsoft.com/office/drawing/2014/main" id="{8D266236-258E-0F29-7B9F-4C28179C98F1}"/>
              </a:ext>
            </a:extLst>
          </p:cNvPr>
          <p:cNvPicPr>
            <a:picLocks noChangeAspect="1"/>
          </p:cNvPicPr>
          <p:nvPr/>
        </p:nvPicPr>
        <p:blipFill>
          <a:blip r:embed="rId4">
            <a:extLst>
              <a:ext uri="{28A0092B-C50C-407E-A947-70E740481C1C}">
                <a14:useLocalDpi xmlns:a14="http://schemas.microsoft.com/office/drawing/2010/main" val="0"/>
              </a:ext>
            </a:extLst>
          </a:blip>
          <a:srcRect l="33079" b="39412"/>
          <a:stretch>
            <a:fillRect/>
          </a:stretch>
        </p:blipFill>
        <p:spPr>
          <a:xfrm>
            <a:off x="6204598" y="4047244"/>
            <a:ext cx="877855" cy="354219"/>
          </a:xfrm>
          <a:prstGeom prst="rect">
            <a:avLst/>
          </a:prstGeom>
        </p:spPr>
      </p:pic>
      <p:pic>
        <p:nvPicPr>
          <p:cNvPr id="26" name="図 25">
            <a:extLst>
              <a:ext uri="{FF2B5EF4-FFF2-40B4-BE49-F238E27FC236}">
                <a16:creationId xmlns:a16="http://schemas.microsoft.com/office/drawing/2014/main" id="{DBFECB4E-8EFB-44AB-57F5-3196F2C75C21}"/>
              </a:ext>
            </a:extLst>
          </p:cNvPr>
          <p:cNvPicPr>
            <a:picLocks noChangeAspect="1"/>
          </p:cNvPicPr>
          <p:nvPr/>
        </p:nvPicPr>
        <p:blipFill>
          <a:blip r:embed="rId4">
            <a:extLst>
              <a:ext uri="{28A0092B-C50C-407E-A947-70E740481C1C}">
                <a14:useLocalDpi xmlns:a14="http://schemas.microsoft.com/office/drawing/2010/main" val="0"/>
              </a:ext>
            </a:extLst>
          </a:blip>
          <a:srcRect l="33079" b="39412"/>
          <a:stretch>
            <a:fillRect/>
          </a:stretch>
        </p:blipFill>
        <p:spPr>
          <a:xfrm>
            <a:off x="7380539" y="4497373"/>
            <a:ext cx="877855" cy="354219"/>
          </a:xfrm>
          <a:prstGeom prst="rect">
            <a:avLst/>
          </a:prstGeom>
        </p:spPr>
      </p:pic>
      <p:pic>
        <p:nvPicPr>
          <p:cNvPr id="24" name="図 23">
            <a:extLst>
              <a:ext uri="{FF2B5EF4-FFF2-40B4-BE49-F238E27FC236}">
                <a16:creationId xmlns:a16="http://schemas.microsoft.com/office/drawing/2014/main" id="{62A8DB18-14B6-F02B-A147-5CA7447C0AEE}"/>
              </a:ext>
            </a:extLst>
          </p:cNvPr>
          <p:cNvPicPr>
            <a:picLocks noChangeAspect="1"/>
          </p:cNvPicPr>
          <p:nvPr/>
        </p:nvPicPr>
        <p:blipFill>
          <a:blip r:embed="rId4">
            <a:extLst>
              <a:ext uri="{28A0092B-C50C-407E-A947-70E740481C1C}">
                <a14:useLocalDpi xmlns:a14="http://schemas.microsoft.com/office/drawing/2010/main" val="0"/>
              </a:ext>
            </a:extLst>
          </a:blip>
          <a:srcRect l="33079" b="39412"/>
          <a:stretch>
            <a:fillRect/>
          </a:stretch>
        </p:blipFill>
        <p:spPr>
          <a:xfrm>
            <a:off x="7380539" y="4273856"/>
            <a:ext cx="877855" cy="354219"/>
          </a:xfrm>
          <a:prstGeom prst="rect">
            <a:avLst/>
          </a:prstGeom>
        </p:spPr>
      </p:pic>
      <p:pic>
        <p:nvPicPr>
          <p:cNvPr id="25" name="図 24">
            <a:extLst>
              <a:ext uri="{FF2B5EF4-FFF2-40B4-BE49-F238E27FC236}">
                <a16:creationId xmlns:a16="http://schemas.microsoft.com/office/drawing/2014/main" id="{F0200148-06A9-C3D8-5434-4F3174981367}"/>
              </a:ext>
            </a:extLst>
          </p:cNvPr>
          <p:cNvPicPr>
            <a:picLocks noChangeAspect="1"/>
          </p:cNvPicPr>
          <p:nvPr/>
        </p:nvPicPr>
        <p:blipFill>
          <a:blip r:embed="rId4">
            <a:extLst>
              <a:ext uri="{28A0092B-C50C-407E-A947-70E740481C1C}">
                <a14:useLocalDpi xmlns:a14="http://schemas.microsoft.com/office/drawing/2010/main" val="0"/>
              </a:ext>
            </a:extLst>
          </a:blip>
          <a:srcRect l="33079" b="39412"/>
          <a:stretch>
            <a:fillRect/>
          </a:stretch>
        </p:blipFill>
        <p:spPr>
          <a:xfrm>
            <a:off x="7380539" y="4047244"/>
            <a:ext cx="877855" cy="354219"/>
          </a:xfrm>
          <a:prstGeom prst="rect">
            <a:avLst/>
          </a:prstGeom>
        </p:spPr>
      </p:pic>
      <p:sp>
        <p:nvSpPr>
          <p:cNvPr id="27" name="矢印: 下カーブ 26">
            <a:extLst>
              <a:ext uri="{FF2B5EF4-FFF2-40B4-BE49-F238E27FC236}">
                <a16:creationId xmlns:a16="http://schemas.microsoft.com/office/drawing/2014/main" id="{4D5D5B37-EFA6-57BB-71C3-F20D4442C646}"/>
              </a:ext>
            </a:extLst>
          </p:cNvPr>
          <p:cNvSpPr/>
          <p:nvPr/>
        </p:nvSpPr>
        <p:spPr>
          <a:xfrm rot="16200000">
            <a:off x="4803807" y="5270713"/>
            <a:ext cx="1918277" cy="620101"/>
          </a:xfrm>
          <a:prstGeom prst="curvedDownArrow">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矢印: 下カーブ 27">
            <a:extLst>
              <a:ext uri="{FF2B5EF4-FFF2-40B4-BE49-F238E27FC236}">
                <a16:creationId xmlns:a16="http://schemas.microsoft.com/office/drawing/2014/main" id="{D69AC8B9-13F4-C4EB-C502-6AD0F074C115}"/>
              </a:ext>
            </a:extLst>
          </p:cNvPr>
          <p:cNvSpPr/>
          <p:nvPr/>
        </p:nvSpPr>
        <p:spPr>
          <a:xfrm rot="16200000" flipV="1">
            <a:off x="7690365" y="5247236"/>
            <a:ext cx="1918277" cy="620100"/>
          </a:xfrm>
          <a:prstGeom prst="curvedDown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テキスト ボックス 30">
            <a:extLst>
              <a:ext uri="{FF2B5EF4-FFF2-40B4-BE49-F238E27FC236}">
                <a16:creationId xmlns:a16="http://schemas.microsoft.com/office/drawing/2014/main" id="{60F48241-A81E-0F4B-47A1-5B092441C8C3}"/>
              </a:ext>
            </a:extLst>
          </p:cNvPr>
          <p:cNvSpPr txBox="1"/>
          <p:nvPr/>
        </p:nvSpPr>
        <p:spPr>
          <a:xfrm>
            <a:off x="5952045" y="6041437"/>
            <a:ext cx="1290805" cy="369332"/>
          </a:xfrm>
          <a:prstGeom prst="rect">
            <a:avLst/>
          </a:prstGeom>
          <a:noFill/>
        </p:spPr>
        <p:txBody>
          <a:bodyPr wrap="square">
            <a:spAutoFit/>
          </a:bodyPr>
          <a:lstStyle/>
          <a:p>
            <a:r>
              <a:rPr lang="en-US" altLang="ja-JP" dirty="0"/>
              <a:t>64 entries</a:t>
            </a:r>
            <a:endParaRPr lang="en-US" dirty="0"/>
          </a:p>
        </p:txBody>
      </p:sp>
      <p:sp>
        <p:nvSpPr>
          <p:cNvPr id="32" name="テキスト ボックス 31">
            <a:extLst>
              <a:ext uri="{FF2B5EF4-FFF2-40B4-BE49-F238E27FC236}">
                <a16:creationId xmlns:a16="http://schemas.microsoft.com/office/drawing/2014/main" id="{E8D71CAB-83E9-F403-E1D2-5ACAE0655512}"/>
              </a:ext>
            </a:extLst>
          </p:cNvPr>
          <p:cNvSpPr txBox="1"/>
          <p:nvPr/>
        </p:nvSpPr>
        <p:spPr>
          <a:xfrm>
            <a:off x="7265754" y="6061467"/>
            <a:ext cx="1290805" cy="369332"/>
          </a:xfrm>
          <a:prstGeom prst="rect">
            <a:avLst/>
          </a:prstGeom>
          <a:noFill/>
        </p:spPr>
        <p:txBody>
          <a:bodyPr wrap="square">
            <a:spAutoFit/>
          </a:bodyPr>
          <a:lstStyle/>
          <a:p>
            <a:r>
              <a:rPr lang="en-US" altLang="ja-JP" dirty="0"/>
              <a:t>64 entries</a:t>
            </a:r>
            <a:endParaRPr lang="en-US" dirty="0"/>
          </a:p>
        </p:txBody>
      </p:sp>
    </p:spTree>
    <p:extLst>
      <p:ext uri="{BB962C8B-B14F-4D97-AF65-F5344CB8AC3E}">
        <p14:creationId xmlns:p14="http://schemas.microsoft.com/office/powerpoint/2010/main" val="751558714"/>
      </p:ext>
    </p:extLst>
  </p:cSld>
  <p:clrMapOvr>
    <a:masterClrMapping/>
  </p:clrMapOvr>
</p:sld>
</file>

<file path=ppt/theme/theme1.xml><?xml version="1.0" encoding="utf-8"?>
<a:theme xmlns:a="http://schemas.openxmlformats.org/drawingml/2006/main" name="デザインの設定">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ユーザー定義 15">
      <a:majorFont>
        <a:latin typeface="Noto Sans CJK JP"/>
        <a:ea typeface="Noto Sans CJK JP"/>
        <a:cs typeface=""/>
      </a:majorFont>
      <a:minorFont>
        <a:latin typeface="Noto Sans CJK JP"/>
        <a:ea typeface="Noto Sans JP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chemeClr val="tx1"/>
          </a:solidFill>
          <a:tailEnd type="triangle"/>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1e161d0-5b65-430f-b842-a438aa5f1fd2}" enabled="0" method="" siteId="{41e161d0-5b65-430f-b842-a438aa5f1fd2}" removed="1"/>
</clbl:labelList>
</file>

<file path=docProps/app.xml><?xml version="1.0" encoding="utf-8"?>
<Properties xmlns="http://schemas.openxmlformats.org/officeDocument/2006/extended-properties" xmlns:vt="http://schemas.openxmlformats.org/officeDocument/2006/docPropsVTypes">
  <Template/>
  <TotalTime>16466</TotalTime>
  <Words>2260</Words>
  <Application>Microsoft Office PowerPoint</Application>
  <PresentationFormat>画面に合わせる (4:3)</PresentationFormat>
  <Paragraphs>320</Paragraphs>
  <Slides>11</Slides>
  <Notes>11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11</vt:i4>
      </vt:variant>
    </vt:vector>
  </HeadingPairs>
  <TitlesOfParts>
    <vt:vector size="19" baseType="lpstr">
      <vt:lpstr>Noto Sans CJK JP</vt:lpstr>
      <vt:lpstr>Noto Sans JP</vt:lpstr>
      <vt:lpstr>游ゴシック</vt:lpstr>
      <vt:lpstr>Arial</vt:lpstr>
      <vt:lpstr>Calibri</vt:lpstr>
      <vt:lpstr>Lato</vt:lpstr>
      <vt:lpstr>Wingdings</vt:lpstr>
      <vt:lpstr>デザインの設定</vt:lpstr>
      <vt:lpstr>WBSとの動的協調による テーブルマッチング処理の高速化</vt:lpstr>
      <vt:lpstr>本発表の概要</vt:lpstr>
      <vt:lpstr>背景</vt:lpstr>
      <vt:lpstr>テーブルマッチング処理の性能</vt:lpstr>
      <vt:lpstr>WBSの活用</vt:lpstr>
      <vt:lpstr>NF間でのWBSの共有</vt:lpstr>
      <vt:lpstr>提案アーキテクチャの設計</vt:lpstr>
      <vt:lpstr>インバウンド・オフロード</vt:lpstr>
      <vt:lpstr>オフロードの有効性</vt:lpstr>
      <vt:lpstr>結果</vt:lpstr>
      <vt:lpstr>まとめと今後の課題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グループミーティング</dc:title>
  <dc:creator>渡辺　晃佑</dc:creator>
  <cp:lastModifiedBy>渡辺　晃佑</cp:lastModifiedBy>
  <cp:revision>1</cp:revision>
  <dcterms:created xsi:type="dcterms:W3CDTF">2024-04-14T23:15:10Z</dcterms:created>
  <dcterms:modified xsi:type="dcterms:W3CDTF">2026-03-12T13:06:36Z</dcterms:modified>
</cp:coreProperties>
</file>